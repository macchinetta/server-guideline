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72" r:id="rId2"/>
    <p:sldId id="337" r:id="rId3"/>
    <p:sldId id="339" r:id="rId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59ED460B-0A37-491B-8FAD-B9D4D6D40571}">
          <p14:sldIdLst>
            <p14:sldId id="272"/>
            <p14:sldId id="337"/>
            <p14:sldId id="3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C777"/>
    <a:srgbClr val="99BA56"/>
    <a:srgbClr val="7A973F"/>
    <a:srgbClr val="B9D08C"/>
    <a:srgbClr val="91B44A"/>
    <a:srgbClr val="A3C167"/>
    <a:srgbClr val="AEC87A"/>
    <a:srgbClr val="A7C4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スタイルなし/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テーマ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01" autoAdjust="0"/>
    <p:restoredTop sz="94547" autoAdjust="0"/>
  </p:normalViewPr>
  <p:slideViewPr>
    <p:cSldViewPr snapToGrid="0" snapToObjects="1">
      <p:cViewPr varScale="1">
        <p:scale>
          <a:sx n="89" d="100"/>
          <a:sy n="89" d="100"/>
        </p:scale>
        <p:origin x="906" y="-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t>2024/12/24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2525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2525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CFFA3-9D07-4088-826B-DF328166082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2525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2024/12/24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2024/12/24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2024/12/24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2024/12/24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2024/12/24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2024/12/24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t>2024/12/24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t>2024/12/24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953426" y="2995038"/>
            <a:ext cx="1894549" cy="71777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Spring MVC</a:t>
            </a:r>
            <a:endParaRPr kumimoji="1" lang="ja-JP" altLang="en-US" sz="2000" dirty="0"/>
          </a:p>
        </p:txBody>
      </p:sp>
      <p:sp>
        <p:nvSpPr>
          <p:cNvPr id="7" name="角丸四角形 6"/>
          <p:cNvSpPr/>
          <p:nvPr/>
        </p:nvSpPr>
        <p:spPr>
          <a:xfrm>
            <a:off x="690514" y="1323975"/>
            <a:ext cx="2357486" cy="3267075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2000" b="1" dirty="0">
                <a:solidFill>
                  <a:schemeClr val="accent1">
                    <a:lumMod val="75000"/>
                  </a:schemeClr>
                </a:solidFill>
              </a:rPr>
              <a:t>Application</a:t>
            </a:r>
          </a:p>
          <a:p>
            <a:pPr algn="ctr"/>
            <a:r>
              <a:rPr lang="en-US" altLang="ja-JP" sz="2000" b="1" dirty="0">
                <a:solidFill>
                  <a:schemeClr val="accent1">
                    <a:lumMod val="75000"/>
                  </a:schemeClr>
                </a:solidFill>
              </a:rPr>
              <a:t>Layer</a:t>
            </a:r>
            <a:endParaRPr kumimoji="1" lang="ja-JP" alt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3414664" y="1323975"/>
            <a:ext cx="2357486" cy="3267075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ja-JP" sz="2000" b="1" dirty="0">
                <a:solidFill>
                  <a:schemeClr val="accent3">
                    <a:lumMod val="75000"/>
                  </a:schemeClr>
                </a:solidFill>
              </a:rPr>
              <a:t>Domain</a:t>
            </a:r>
          </a:p>
          <a:p>
            <a:pPr algn="ctr"/>
            <a:r>
              <a:rPr kumimoji="1" lang="en-US" altLang="ja-JP" sz="2000" b="1" dirty="0">
                <a:solidFill>
                  <a:schemeClr val="accent3">
                    <a:lumMod val="75000"/>
                  </a:schemeClr>
                </a:solidFill>
              </a:rPr>
              <a:t>Layer</a:t>
            </a:r>
            <a:endParaRPr kumimoji="1" lang="ja-JP" altLang="en-US" sz="20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6113534" y="1323975"/>
            <a:ext cx="2357486" cy="3267075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ja-JP" sz="2000" b="1" dirty="0">
                <a:solidFill>
                  <a:schemeClr val="accent4">
                    <a:lumMod val="75000"/>
                  </a:schemeClr>
                </a:solidFill>
              </a:rPr>
              <a:t>Infrastructure Layer</a:t>
            </a:r>
            <a:endParaRPr kumimoji="1" lang="ja-JP" alt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6276975" y="2995038"/>
            <a:ext cx="2000249" cy="717779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 err="1"/>
              <a:t>MyBatis</a:t>
            </a:r>
            <a:endParaRPr kumimoji="1" lang="en-US" altLang="ja-JP" sz="2000" dirty="0"/>
          </a:p>
          <a:p>
            <a:pPr algn="ctr"/>
            <a:r>
              <a:rPr lang="en-US" altLang="ja-JP" sz="2000" dirty="0"/>
              <a:t>Spring Data JPA</a:t>
            </a:r>
          </a:p>
        </p:txBody>
      </p:sp>
      <p:sp>
        <p:nvSpPr>
          <p:cNvPr id="96" name="角丸四角形 95"/>
          <p:cNvSpPr/>
          <p:nvPr/>
        </p:nvSpPr>
        <p:spPr>
          <a:xfrm>
            <a:off x="690515" y="4676774"/>
            <a:ext cx="7780506" cy="647701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dirty="0"/>
              <a:t>Java EE Application Server</a:t>
            </a:r>
            <a:endParaRPr kumimoji="1" lang="ja-JP" altLang="en-US" sz="2400" dirty="0"/>
          </a:p>
        </p:txBody>
      </p:sp>
      <p:sp>
        <p:nvSpPr>
          <p:cNvPr id="113" name="フローチャート : 磁気ディスク 112"/>
          <p:cNvSpPr/>
          <p:nvPr/>
        </p:nvSpPr>
        <p:spPr>
          <a:xfrm>
            <a:off x="8897509" y="3018369"/>
            <a:ext cx="1495425" cy="670037"/>
          </a:xfrm>
          <a:prstGeom prst="flowChartMagneticDisk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RDBMS</a:t>
            </a:r>
            <a:endParaRPr kumimoji="1" lang="ja-JP" altLang="en-US" dirty="0"/>
          </a:p>
        </p:txBody>
      </p:sp>
      <p:cxnSp>
        <p:nvCxnSpPr>
          <p:cNvPr id="114" name="直線矢印コネクタ 113"/>
          <p:cNvCxnSpPr>
            <a:stCxn id="4" idx="1"/>
            <a:endCxn id="155" idx="3"/>
          </p:cNvCxnSpPr>
          <p:nvPr/>
        </p:nvCxnSpPr>
        <p:spPr>
          <a:xfrm flipH="1">
            <a:off x="257173" y="3353928"/>
            <a:ext cx="696253" cy="191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直線矢印コネクタ 120"/>
          <p:cNvCxnSpPr>
            <a:stCxn id="113" idx="2"/>
            <a:endCxn id="20" idx="3"/>
          </p:cNvCxnSpPr>
          <p:nvPr/>
        </p:nvCxnSpPr>
        <p:spPr>
          <a:xfrm flipH="1">
            <a:off x="8277224" y="3353388"/>
            <a:ext cx="620285" cy="54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角丸四角形 129"/>
          <p:cNvSpPr/>
          <p:nvPr/>
        </p:nvSpPr>
        <p:spPr>
          <a:xfrm>
            <a:off x="908895" y="3880360"/>
            <a:ext cx="7396905" cy="523682"/>
          </a:xfrm>
          <a:prstGeom prst="roundRect">
            <a:avLst/>
          </a:prstGeom>
          <a:gradFill>
            <a:gsLst>
              <a:gs pos="40000">
                <a:srgbClr val="99BA56"/>
              </a:gs>
              <a:gs pos="0">
                <a:srgbClr val="7A973F"/>
              </a:gs>
              <a:gs pos="100000">
                <a:srgbClr val="ACC777"/>
              </a:gs>
            </a:gsLst>
            <a:lin ang="16200000" scaled="1"/>
          </a:gra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chemeClr val="bg1"/>
                </a:solidFill>
              </a:rPr>
              <a:t>Spring Framework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134" name="L 字 133"/>
          <p:cNvSpPr/>
          <p:nvPr/>
        </p:nvSpPr>
        <p:spPr>
          <a:xfrm rot="10800000">
            <a:off x="1057273" y="2341650"/>
            <a:ext cx="3577113" cy="1380692"/>
          </a:xfrm>
          <a:prstGeom prst="corner">
            <a:avLst>
              <a:gd name="adj1" fmla="val 22521"/>
              <a:gd name="adj2" fmla="val 77166"/>
            </a:avLst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135" name="L 字 134"/>
          <p:cNvSpPr/>
          <p:nvPr/>
        </p:nvSpPr>
        <p:spPr>
          <a:xfrm rot="10800000" flipH="1">
            <a:off x="4575297" y="2341647"/>
            <a:ext cx="3619498" cy="1380695"/>
          </a:xfrm>
          <a:prstGeom prst="corner">
            <a:avLst>
              <a:gd name="adj1" fmla="val 22081"/>
              <a:gd name="adj2" fmla="val 75374"/>
            </a:avLst>
          </a:prstGeom>
          <a:gradFill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162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137" name="テキスト ボックス 136"/>
          <p:cNvSpPr txBox="1"/>
          <p:nvPr/>
        </p:nvSpPr>
        <p:spPr>
          <a:xfrm>
            <a:off x="3765205" y="2627166"/>
            <a:ext cx="17574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Business Application</a:t>
            </a:r>
            <a:endParaRPr kumimoji="1" lang="ja-JP" alt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9" name="直線矢印コネクタ 138"/>
          <p:cNvCxnSpPr>
            <a:stCxn id="4" idx="0"/>
          </p:cNvCxnSpPr>
          <p:nvPr/>
        </p:nvCxnSpPr>
        <p:spPr>
          <a:xfrm flipV="1">
            <a:off x="1900701" y="2627166"/>
            <a:ext cx="0" cy="36787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線矢印コネクタ 141"/>
          <p:cNvCxnSpPr>
            <a:stCxn id="20" idx="0"/>
          </p:cNvCxnSpPr>
          <p:nvPr/>
        </p:nvCxnSpPr>
        <p:spPr>
          <a:xfrm flipV="1">
            <a:off x="7277100" y="2627166"/>
            <a:ext cx="0" cy="36787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正方形/長方形 154"/>
          <p:cNvSpPr/>
          <p:nvPr/>
        </p:nvSpPr>
        <p:spPr>
          <a:xfrm>
            <a:off x="-1359194" y="3022471"/>
            <a:ext cx="1616367" cy="66675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Web</a:t>
            </a:r>
            <a:r>
              <a:rPr lang="ja-JP" altLang="en-US" dirty="0"/>
              <a:t> </a:t>
            </a:r>
            <a:r>
              <a:rPr lang="en-US" altLang="ja-JP" dirty="0"/>
              <a:t>Browser</a:t>
            </a:r>
          </a:p>
          <a:p>
            <a:pPr algn="ctr"/>
            <a:r>
              <a:rPr lang="en-US" altLang="ja-JP" dirty="0"/>
              <a:t>(Client)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23736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974790" y="2612507"/>
            <a:ext cx="1939283" cy="66674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Spring MVC</a:t>
            </a:r>
            <a:endParaRPr kumimoji="1" lang="ja-JP" altLang="en-US" dirty="0"/>
          </a:p>
        </p:txBody>
      </p:sp>
      <p:sp>
        <p:nvSpPr>
          <p:cNvPr id="5" name="角丸四角形 4"/>
          <p:cNvSpPr/>
          <p:nvPr/>
        </p:nvSpPr>
        <p:spPr>
          <a:xfrm>
            <a:off x="4083925" y="2745857"/>
            <a:ext cx="1694658" cy="66675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Spring(TX)</a:t>
            </a:r>
            <a:endParaRPr kumimoji="1" lang="ja-JP" altLang="en-US" dirty="0"/>
          </a:p>
        </p:txBody>
      </p:sp>
      <p:sp>
        <p:nvSpPr>
          <p:cNvPr id="7" name="角丸四角形 6"/>
          <p:cNvSpPr/>
          <p:nvPr/>
        </p:nvSpPr>
        <p:spPr>
          <a:xfrm>
            <a:off x="528589" y="1794192"/>
            <a:ext cx="2900411" cy="231335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2000" b="1" dirty="0">
                <a:solidFill>
                  <a:schemeClr val="accent1">
                    <a:lumMod val="75000"/>
                  </a:schemeClr>
                </a:solidFill>
              </a:rPr>
              <a:t>Application Layer</a:t>
            </a:r>
            <a:endParaRPr kumimoji="1" lang="ja-JP" alt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3848101" y="1794192"/>
            <a:ext cx="2133600" cy="2313354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ja-JP" sz="2000" b="1" dirty="0">
                <a:solidFill>
                  <a:schemeClr val="accent3">
                    <a:lumMod val="75000"/>
                  </a:schemeClr>
                </a:solidFill>
              </a:rPr>
              <a:t>Domain Layer</a:t>
            </a:r>
            <a:endParaRPr kumimoji="1" lang="ja-JP" altLang="en-US" sz="20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6400800" y="1794191"/>
            <a:ext cx="2609850" cy="2313355"/>
          </a:xfrm>
          <a:prstGeom prst="round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kumimoji="1" lang="en-US" altLang="ja-JP" sz="2000" b="1" dirty="0">
                <a:solidFill>
                  <a:schemeClr val="accent4">
                    <a:lumMod val="75000"/>
                  </a:schemeClr>
                </a:solidFill>
              </a:rPr>
              <a:t>Infrastructure Layer</a:t>
            </a:r>
            <a:endParaRPr kumimoji="1" lang="ja-JP" alt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角丸四角形 9"/>
          <p:cNvSpPr/>
          <p:nvPr/>
        </p:nvSpPr>
        <p:spPr>
          <a:xfrm>
            <a:off x="6828156" y="2306094"/>
            <a:ext cx="1688784" cy="79082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MyBatis3</a:t>
            </a:r>
          </a:p>
        </p:txBody>
      </p:sp>
      <p:sp>
        <p:nvSpPr>
          <p:cNvPr id="11" name="角丸四角形 10"/>
          <p:cNvSpPr/>
          <p:nvPr/>
        </p:nvSpPr>
        <p:spPr>
          <a:xfrm>
            <a:off x="687438" y="3198516"/>
            <a:ext cx="1074687" cy="50473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/>
              <a:t>JSP</a:t>
            </a:r>
            <a:endParaRPr kumimoji="1" lang="ja-JP" altLang="en-US" sz="1600" dirty="0"/>
          </a:p>
        </p:txBody>
      </p:sp>
      <p:sp>
        <p:nvSpPr>
          <p:cNvPr id="14" name="角丸四角形 13"/>
          <p:cNvSpPr/>
          <p:nvPr/>
        </p:nvSpPr>
        <p:spPr>
          <a:xfrm>
            <a:off x="2077782" y="3198516"/>
            <a:ext cx="1151193" cy="5047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/>
              <a:t>Bean </a:t>
            </a:r>
          </a:p>
          <a:p>
            <a:pPr algn="ctr"/>
            <a:r>
              <a:rPr kumimoji="1" lang="en-US" altLang="ja-JP" sz="1600" dirty="0"/>
              <a:t>Validation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974790" y="707543"/>
            <a:ext cx="1939283" cy="45888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Spring Security</a:t>
            </a:r>
            <a:endParaRPr kumimoji="1" lang="ja-JP" altLang="en-US" dirty="0"/>
          </a:p>
        </p:txBody>
      </p:sp>
      <p:sp>
        <p:nvSpPr>
          <p:cNvPr id="17" name="角丸四角形 16"/>
          <p:cNvSpPr/>
          <p:nvPr/>
        </p:nvSpPr>
        <p:spPr>
          <a:xfrm>
            <a:off x="528589" y="197245"/>
            <a:ext cx="2900412" cy="1211824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2000" b="1" dirty="0">
                <a:solidFill>
                  <a:schemeClr val="accent6">
                    <a:lumMod val="75000"/>
                  </a:schemeClr>
                </a:solidFill>
              </a:rPr>
              <a:t>Security</a:t>
            </a:r>
            <a:r>
              <a:rPr kumimoji="1" lang="en-US" altLang="ja-JP" sz="2000" b="1" dirty="0">
                <a:solidFill>
                  <a:schemeClr val="accent6">
                    <a:lumMod val="75000"/>
                  </a:schemeClr>
                </a:solidFill>
              </a:rPr>
              <a:t> Layer</a:t>
            </a:r>
            <a:endParaRPr kumimoji="1" lang="ja-JP" altLang="en-U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6856730" y="3198516"/>
            <a:ext cx="1688785" cy="73718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Spring Data JPA</a:t>
            </a:r>
            <a:endParaRPr kumimoji="1" lang="ja-JP" altLang="en-US" dirty="0"/>
          </a:p>
        </p:txBody>
      </p:sp>
      <p:cxnSp>
        <p:nvCxnSpPr>
          <p:cNvPr id="35" name="直線矢印コネクタ 34"/>
          <p:cNvCxnSpPr>
            <a:stCxn id="34" idx="3"/>
            <a:endCxn id="17" idx="1"/>
          </p:cNvCxnSpPr>
          <p:nvPr/>
        </p:nvCxnSpPr>
        <p:spPr>
          <a:xfrm>
            <a:off x="76198" y="803157"/>
            <a:ext cx="45239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>
            <a:stCxn id="7" idx="0"/>
            <a:endCxn id="17" idx="2"/>
          </p:cNvCxnSpPr>
          <p:nvPr/>
        </p:nvCxnSpPr>
        <p:spPr>
          <a:xfrm flipV="1">
            <a:off x="1978795" y="1409069"/>
            <a:ext cx="0" cy="38512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角丸四角形 76"/>
          <p:cNvSpPr/>
          <p:nvPr/>
        </p:nvSpPr>
        <p:spPr>
          <a:xfrm>
            <a:off x="528589" y="5895563"/>
            <a:ext cx="8482062" cy="873537"/>
          </a:xfrm>
          <a:prstGeom prst="roundRect">
            <a:avLst/>
          </a:prstGeom>
          <a:gradFill>
            <a:gsLst>
              <a:gs pos="40000">
                <a:srgbClr val="99BA56"/>
              </a:gs>
              <a:gs pos="0">
                <a:srgbClr val="7A973F"/>
              </a:gs>
              <a:gs pos="100000">
                <a:srgbClr val="ACC777"/>
              </a:gs>
            </a:gsLst>
            <a:lin ang="16200000" scaled="1"/>
          </a:gradFill>
          <a:ln w="63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</a:rPr>
              <a:t>Spring Framework </a:t>
            </a:r>
          </a:p>
          <a:p>
            <a:pPr algn="ctr"/>
            <a:r>
              <a:rPr kumimoji="1" lang="en-US" altLang="ja-JP" sz="2800" dirty="0">
                <a:solidFill>
                  <a:schemeClr val="bg1"/>
                </a:solidFill>
              </a:rPr>
              <a:t>(DI , AOP …)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cxnSp>
        <p:nvCxnSpPr>
          <p:cNvPr id="79" name="直線矢印コネクタ 78"/>
          <p:cNvCxnSpPr>
            <a:stCxn id="7" idx="3"/>
            <a:endCxn id="8" idx="1"/>
          </p:cNvCxnSpPr>
          <p:nvPr/>
        </p:nvCxnSpPr>
        <p:spPr>
          <a:xfrm>
            <a:off x="3429000" y="2950869"/>
            <a:ext cx="41910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/>
          <p:cNvCxnSpPr>
            <a:stCxn id="8" idx="3"/>
            <a:endCxn id="9" idx="1"/>
          </p:cNvCxnSpPr>
          <p:nvPr/>
        </p:nvCxnSpPr>
        <p:spPr>
          <a:xfrm>
            <a:off x="5981701" y="2950869"/>
            <a:ext cx="4190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角丸四角形 89"/>
          <p:cNvSpPr/>
          <p:nvPr/>
        </p:nvSpPr>
        <p:spPr>
          <a:xfrm>
            <a:off x="8127848" y="3651509"/>
            <a:ext cx="539593" cy="33498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JPA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/>
        </p:nvSpPr>
        <p:spPr>
          <a:xfrm>
            <a:off x="-1540169" y="469782"/>
            <a:ext cx="1616367" cy="66675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Web</a:t>
            </a:r>
            <a:r>
              <a:rPr lang="ja-JP" altLang="en-US" dirty="0"/>
              <a:t> </a:t>
            </a:r>
            <a:r>
              <a:rPr lang="en-US" altLang="ja-JP" dirty="0"/>
              <a:t>Browser</a:t>
            </a:r>
          </a:p>
          <a:p>
            <a:pPr algn="ctr"/>
            <a:r>
              <a:rPr lang="en-US" altLang="ja-JP" dirty="0"/>
              <a:t>(Client)</a:t>
            </a:r>
            <a:endParaRPr lang="ja-JP" altLang="en-US" dirty="0"/>
          </a:p>
        </p:txBody>
      </p:sp>
      <p:sp>
        <p:nvSpPr>
          <p:cNvPr id="21" name="フローチャート : 磁気ディスク 20"/>
          <p:cNvSpPr/>
          <p:nvPr/>
        </p:nvSpPr>
        <p:spPr>
          <a:xfrm>
            <a:off x="9126109" y="458293"/>
            <a:ext cx="1495425" cy="670037"/>
          </a:xfrm>
          <a:prstGeom prst="flowChartMagneticDisk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RDBMS</a:t>
            </a:r>
            <a:endParaRPr kumimoji="1" lang="ja-JP" altLang="en-US" dirty="0"/>
          </a:p>
        </p:txBody>
      </p:sp>
      <p:cxnSp>
        <p:nvCxnSpPr>
          <p:cNvPr id="22" name="直線矢印コネクタ 21"/>
          <p:cNvCxnSpPr>
            <a:stCxn id="9" idx="0"/>
            <a:endCxn id="21" idx="2"/>
          </p:cNvCxnSpPr>
          <p:nvPr/>
        </p:nvCxnSpPr>
        <p:spPr>
          <a:xfrm rot="5400000" flipH="1" flipV="1">
            <a:off x="7915478" y="583560"/>
            <a:ext cx="1000879" cy="1420384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角丸四角形 22"/>
          <p:cNvSpPr/>
          <p:nvPr/>
        </p:nvSpPr>
        <p:spPr>
          <a:xfrm>
            <a:off x="557165" y="4488546"/>
            <a:ext cx="8453485" cy="1277254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ja-JP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Useful OSS Libraries</a:t>
            </a:r>
            <a:endParaRPr kumimoji="1" lang="ja-JP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角丸四角形 23"/>
          <p:cNvSpPr/>
          <p:nvPr/>
        </p:nvSpPr>
        <p:spPr>
          <a:xfrm>
            <a:off x="7576272" y="5019784"/>
            <a:ext cx="1306351" cy="504733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Common</a:t>
            </a:r>
          </a:p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Library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角丸四角形 24"/>
          <p:cNvSpPr/>
          <p:nvPr/>
        </p:nvSpPr>
        <p:spPr>
          <a:xfrm>
            <a:off x="751567" y="5019784"/>
            <a:ext cx="1198005" cy="504733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SLF4J</a:t>
            </a:r>
          </a:p>
        </p:txBody>
      </p:sp>
      <p:sp>
        <p:nvSpPr>
          <p:cNvPr id="30" name="角丸四角形 29"/>
          <p:cNvSpPr/>
          <p:nvPr/>
        </p:nvSpPr>
        <p:spPr>
          <a:xfrm>
            <a:off x="2401556" y="5019784"/>
            <a:ext cx="1177624" cy="504733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Jackson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角丸四角形 31"/>
          <p:cNvSpPr/>
          <p:nvPr/>
        </p:nvSpPr>
        <p:spPr>
          <a:xfrm>
            <a:off x="4031164" y="5019784"/>
            <a:ext cx="1371600" cy="504733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Spring Data Commons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8A793E9-6DC8-2780-AA08-B7519522D93C}"/>
              </a:ext>
            </a:extLst>
          </p:cNvPr>
          <p:cNvGrpSpPr/>
          <p:nvPr/>
        </p:nvGrpSpPr>
        <p:grpSpPr>
          <a:xfrm>
            <a:off x="5854748" y="4946868"/>
            <a:ext cx="1269539" cy="669833"/>
            <a:chOff x="6129886" y="4946868"/>
            <a:chExt cx="1269539" cy="669833"/>
          </a:xfrm>
        </p:grpSpPr>
        <p:sp>
          <p:nvSpPr>
            <p:cNvPr id="31" name="角丸四角形 30"/>
            <p:cNvSpPr/>
            <p:nvPr/>
          </p:nvSpPr>
          <p:spPr>
            <a:xfrm>
              <a:off x="6129886" y="4946868"/>
              <a:ext cx="990139" cy="504733"/>
            </a:xfrm>
            <a:prstGeom prst="round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more </a:t>
              </a:r>
              <a:r>
                <a:rPr kumimoji="1"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…</a:t>
              </a:r>
            </a:p>
          </p:txBody>
        </p:sp>
        <p:sp>
          <p:nvSpPr>
            <p:cNvPr id="33" name="角丸四角形 32"/>
            <p:cNvSpPr/>
            <p:nvPr/>
          </p:nvSpPr>
          <p:spPr>
            <a:xfrm>
              <a:off x="6256886" y="5023068"/>
              <a:ext cx="990139" cy="504733"/>
            </a:xfrm>
            <a:prstGeom prst="round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more </a:t>
              </a:r>
              <a:r>
                <a:rPr kumimoji="1"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…</a:t>
              </a:r>
            </a:p>
          </p:txBody>
        </p:sp>
        <p:sp>
          <p:nvSpPr>
            <p:cNvPr id="36" name="角丸四角形 35"/>
            <p:cNvSpPr/>
            <p:nvPr/>
          </p:nvSpPr>
          <p:spPr>
            <a:xfrm>
              <a:off x="6409286" y="5111968"/>
              <a:ext cx="990139" cy="504733"/>
            </a:xfrm>
            <a:prstGeom prst="roundRect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</a:gradFill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more </a:t>
              </a:r>
              <a:r>
                <a:rPr kumimoji="1" lang="en-US" altLang="ja-JP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…</a:t>
              </a:r>
            </a:p>
          </p:txBody>
        </p:sp>
      </p:grpSp>
      <p:cxnSp>
        <p:nvCxnSpPr>
          <p:cNvPr id="37" name="直線矢印コネクタ 36"/>
          <p:cNvCxnSpPr/>
          <p:nvPr/>
        </p:nvCxnSpPr>
        <p:spPr>
          <a:xfrm>
            <a:off x="1978795" y="4095769"/>
            <a:ext cx="0" cy="39277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/>
          <p:cNvCxnSpPr/>
          <p:nvPr/>
        </p:nvCxnSpPr>
        <p:spPr>
          <a:xfrm>
            <a:off x="4912495" y="4107546"/>
            <a:ext cx="0" cy="39277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/>
          <p:cNvCxnSpPr/>
          <p:nvPr/>
        </p:nvCxnSpPr>
        <p:spPr>
          <a:xfrm>
            <a:off x="7705725" y="4107546"/>
            <a:ext cx="0" cy="39277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005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角丸四角形 45"/>
          <p:cNvSpPr/>
          <p:nvPr/>
        </p:nvSpPr>
        <p:spPr>
          <a:xfrm>
            <a:off x="5379438" y="4028081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security-core-dependencies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角丸四角形 46"/>
          <p:cNvSpPr/>
          <p:nvPr/>
        </p:nvSpPr>
        <p:spPr>
          <a:xfrm>
            <a:off x="391508" y="3312250"/>
            <a:ext cx="3363924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security-web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角丸四角形 47"/>
          <p:cNvSpPr/>
          <p:nvPr/>
        </p:nvSpPr>
        <p:spPr>
          <a:xfrm>
            <a:off x="5412773" y="6183763"/>
            <a:ext cx="3363925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recommended-dependencies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角丸四角形 48"/>
          <p:cNvSpPr/>
          <p:nvPr/>
        </p:nvSpPr>
        <p:spPr>
          <a:xfrm>
            <a:off x="5422944" y="6898281"/>
            <a:ext cx="3353754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recommended-web-dependencies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角丸四角形 49"/>
          <p:cNvSpPr/>
          <p:nvPr/>
        </p:nvSpPr>
        <p:spPr>
          <a:xfrm>
            <a:off x="5389360" y="4750246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Mybatis3-dependencies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角丸四角形 50"/>
          <p:cNvSpPr/>
          <p:nvPr/>
        </p:nvSpPr>
        <p:spPr>
          <a:xfrm>
            <a:off x="5402851" y="5469245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Jpa</a:t>
            </a:r>
            <a:r>
              <a:rPr kumimoji="1"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-dependencies</a:t>
            </a:r>
          </a:p>
        </p:txBody>
      </p:sp>
      <p:sp>
        <p:nvSpPr>
          <p:cNvPr id="52" name="角丸四角形 51"/>
          <p:cNvSpPr/>
          <p:nvPr/>
        </p:nvSpPr>
        <p:spPr>
          <a:xfrm>
            <a:off x="378016" y="1155256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common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角丸四角形 52"/>
          <p:cNvSpPr/>
          <p:nvPr/>
        </p:nvSpPr>
        <p:spPr>
          <a:xfrm>
            <a:off x="387939" y="1874254"/>
            <a:ext cx="3377415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</a:t>
            </a:r>
          </a:p>
        </p:txBody>
      </p:sp>
      <p:cxnSp>
        <p:nvCxnSpPr>
          <p:cNvPr id="57" name="直線コネクタ 2"/>
          <p:cNvCxnSpPr>
            <a:stCxn id="60" idx="0"/>
            <a:endCxn id="53" idx="2"/>
          </p:cNvCxnSpPr>
          <p:nvPr/>
        </p:nvCxnSpPr>
        <p:spPr>
          <a:xfrm flipV="1">
            <a:off x="2076647" y="2242496"/>
            <a:ext cx="0" cy="350756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テキスト ボックス 91"/>
          <p:cNvSpPr txBox="1"/>
          <p:nvPr/>
        </p:nvSpPr>
        <p:spPr>
          <a:xfrm>
            <a:off x="2170906" y="2299501"/>
            <a:ext cx="810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3" name="テキスト ボックス 92"/>
          <p:cNvSpPr txBox="1"/>
          <p:nvPr/>
        </p:nvSpPr>
        <p:spPr>
          <a:xfrm>
            <a:off x="99969" y="3034706"/>
            <a:ext cx="810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角丸四角形 33"/>
          <p:cNvSpPr/>
          <p:nvPr/>
        </p:nvSpPr>
        <p:spPr>
          <a:xfrm>
            <a:off x="368094" y="4750246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codepoints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角丸四角形 34"/>
          <p:cNvSpPr/>
          <p:nvPr/>
        </p:nvSpPr>
        <p:spPr>
          <a:xfrm>
            <a:off x="368094" y="4031248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string</a:t>
            </a:r>
          </a:p>
        </p:txBody>
      </p:sp>
      <p:sp>
        <p:nvSpPr>
          <p:cNvPr id="36" name="角丸四角形 35"/>
          <p:cNvSpPr/>
          <p:nvPr/>
        </p:nvSpPr>
        <p:spPr>
          <a:xfrm>
            <a:off x="368094" y="5469245"/>
            <a:ext cx="338733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validator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角丸四角形 59"/>
          <p:cNvSpPr/>
          <p:nvPr/>
        </p:nvSpPr>
        <p:spPr>
          <a:xfrm>
            <a:off x="387939" y="2593252"/>
            <a:ext cx="3377415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jsp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7158523" y="1145849"/>
            <a:ext cx="810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1" name="カギ線コネクタ 20"/>
          <p:cNvCxnSpPr>
            <a:stCxn id="47" idx="1"/>
            <a:endCxn id="53" idx="1"/>
          </p:cNvCxnSpPr>
          <p:nvPr/>
        </p:nvCxnSpPr>
        <p:spPr>
          <a:xfrm rot="10800000">
            <a:off x="387940" y="2058375"/>
            <a:ext cx="3569" cy="1437996"/>
          </a:xfrm>
          <a:prstGeom prst="bentConnector3">
            <a:avLst>
              <a:gd name="adj1" fmla="val 6505156"/>
            </a:avLst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角丸四角形 61"/>
          <p:cNvSpPr/>
          <p:nvPr/>
        </p:nvSpPr>
        <p:spPr>
          <a:xfrm>
            <a:off x="962795" y="-395118"/>
            <a:ext cx="2264228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Common-libraries</a:t>
            </a:r>
          </a:p>
        </p:txBody>
      </p:sp>
      <p:sp>
        <p:nvSpPr>
          <p:cNvPr id="63" name="角丸四角形 62"/>
          <p:cNvSpPr/>
          <p:nvPr/>
        </p:nvSpPr>
        <p:spPr>
          <a:xfrm>
            <a:off x="5965101" y="-395118"/>
            <a:ext cx="2264229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dependencies</a:t>
            </a:r>
          </a:p>
        </p:txBody>
      </p:sp>
      <p:sp>
        <p:nvSpPr>
          <p:cNvPr id="86" name="角丸四角形 85"/>
          <p:cNvSpPr/>
          <p:nvPr/>
        </p:nvSpPr>
        <p:spPr>
          <a:xfrm>
            <a:off x="3932190" y="-1688293"/>
            <a:ext cx="1339676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parent</a:t>
            </a:r>
          </a:p>
        </p:txBody>
      </p:sp>
      <p:sp>
        <p:nvSpPr>
          <p:cNvPr id="98" name="テキスト ボックス 97"/>
          <p:cNvSpPr txBox="1"/>
          <p:nvPr/>
        </p:nvSpPr>
        <p:spPr>
          <a:xfrm>
            <a:off x="3871688" y="-1180113"/>
            <a:ext cx="671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parent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8" name="テキスト ボックス 167"/>
          <p:cNvSpPr txBox="1"/>
          <p:nvPr/>
        </p:nvSpPr>
        <p:spPr>
          <a:xfrm>
            <a:off x="1160869" y="431064"/>
            <a:ext cx="1205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parent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5" name="角丸四角形 214"/>
          <p:cNvSpPr/>
          <p:nvPr/>
        </p:nvSpPr>
        <p:spPr>
          <a:xfrm>
            <a:off x="5377732" y="1155315"/>
            <a:ext cx="3363925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common-dependencies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6" name="角丸四角形 215"/>
          <p:cNvSpPr/>
          <p:nvPr/>
        </p:nvSpPr>
        <p:spPr>
          <a:xfrm>
            <a:off x="5387903" y="1867335"/>
            <a:ext cx="3353754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web-dependencies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8" name="角丸四角形 67"/>
          <p:cNvSpPr/>
          <p:nvPr/>
        </p:nvSpPr>
        <p:spPr>
          <a:xfrm>
            <a:off x="5392138" y="2601363"/>
            <a:ext cx="3353754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web-</a:t>
            </a:r>
            <a:r>
              <a:rPr lang="en-US" altLang="ja-JP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jsp</a:t>
            </a:r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-dependencies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1" name="角丸四角形 70"/>
          <p:cNvSpPr/>
          <p:nvPr/>
        </p:nvSpPr>
        <p:spPr>
          <a:xfrm>
            <a:off x="5392138" y="3312250"/>
            <a:ext cx="3353754" cy="368242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security-web-dependencies</a:t>
            </a:r>
            <a:endParaRPr kumimoji="1" lang="en-US" altLang="ja-JP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" name="角丸四角形 71"/>
          <p:cNvSpPr/>
          <p:nvPr/>
        </p:nvSpPr>
        <p:spPr>
          <a:xfrm>
            <a:off x="6608" y="-713377"/>
            <a:ext cx="9189467" cy="998716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kumimoji="1" lang="ja-JP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97" name="直線コネクタ 96"/>
          <p:cNvCxnSpPr>
            <a:stCxn id="86" idx="2"/>
            <a:endCxn id="72" idx="0"/>
          </p:cNvCxnSpPr>
          <p:nvPr/>
        </p:nvCxnSpPr>
        <p:spPr>
          <a:xfrm flipH="1">
            <a:off x="4601342" y="-1320051"/>
            <a:ext cx="686" cy="606674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角丸四角形 108"/>
          <p:cNvSpPr/>
          <p:nvPr/>
        </p:nvSpPr>
        <p:spPr>
          <a:xfrm>
            <a:off x="6609" y="880613"/>
            <a:ext cx="4176141" cy="6595952"/>
          </a:xfrm>
          <a:prstGeom prst="roundRect">
            <a:avLst>
              <a:gd name="adj" fmla="val 4846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kumimoji="1" lang="ja-JP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0" name="角丸四角形 109"/>
          <p:cNvSpPr/>
          <p:nvPr/>
        </p:nvSpPr>
        <p:spPr>
          <a:xfrm>
            <a:off x="4995445" y="880613"/>
            <a:ext cx="4200631" cy="6595952"/>
          </a:xfrm>
          <a:prstGeom prst="roundRect">
            <a:avLst>
              <a:gd name="adj" fmla="val 4846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kumimoji="1" lang="ja-JP" alt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12" name="直線コネクタ 111"/>
          <p:cNvCxnSpPr>
            <a:cxnSpLocks/>
            <a:stCxn id="62" idx="2"/>
            <a:endCxn id="109" idx="0"/>
          </p:cNvCxnSpPr>
          <p:nvPr/>
        </p:nvCxnSpPr>
        <p:spPr>
          <a:xfrm flipH="1">
            <a:off x="2094680" y="-26876"/>
            <a:ext cx="229" cy="907489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直線コネクタ 112"/>
          <p:cNvCxnSpPr>
            <a:cxnSpLocks/>
            <a:stCxn id="63" idx="2"/>
            <a:endCxn id="110" idx="0"/>
          </p:cNvCxnSpPr>
          <p:nvPr/>
        </p:nvCxnSpPr>
        <p:spPr>
          <a:xfrm flipH="1">
            <a:off x="7095761" y="-26876"/>
            <a:ext cx="1455" cy="907489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テキスト ボックス 116"/>
          <p:cNvSpPr txBox="1"/>
          <p:nvPr/>
        </p:nvSpPr>
        <p:spPr>
          <a:xfrm>
            <a:off x="6147599" y="431064"/>
            <a:ext cx="1205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parent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33" name="カギ線コネクタ 125"/>
          <p:cNvCxnSpPr>
            <a:stCxn id="215" idx="1"/>
            <a:endCxn id="52" idx="3"/>
          </p:cNvCxnSpPr>
          <p:nvPr/>
        </p:nvCxnSpPr>
        <p:spPr>
          <a:xfrm flipH="1" flipV="1">
            <a:off x="3765354" y="1339377"/>
            <a:ext cx="1612378" cy="59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カギ線コネクタ 125"/>
          <p:cNvCxnSpPr>
            <a:stCxn id="216" idx="1"/>
            <a:endCxn id="53" idx="3"/>
          </p:cNvCxnSpPr>
          <p:nvPr/>
        </p:nvCxnSpPr>
        <p:spPr>
          <a:xfrm flipH="1">
            <a:off x="3765354" y="2051456"/>
            <a:ext cx="1622549" cy="6919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カギ線コネクタ 125"/>
          <p:cNvCxnSpPr>
            <a:stCxn id="68" idx="1"/>
            <a:endCxn id="60" idx="3"/>
          </p:cNvCxnSpPr>
          <p:nvPr/>
        </p:nvCxnSpPr>
        <p:spPr>
          <a:xfrm flipH="1" flipV="1">
            <a:off x="3765354" y="2777373"/>
            <a:ext cx="1626784" cy="8111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カギ線コネクタ 125"/>
          <p:cNvCxnSpPr>
            <a:stCxn id="71" idx="1"/>
            <a:endCxn id="47" idx="3"/>
          </p:cNvCxnSpPr>
          <p:nvPr/>
        </p:nvCxnSpPr>
        <p:spPr>
          <a:xfrm flipH="1">
            <a:off x="3755432" y="3496371"/>
            <a:ext cx="1636706" cy="0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テキスト ボックス 156"/>
          <p:cNvSpPr txBox="1"/>
          <p:nvPr/>
        </p:nvSpPr>
        <p:spPr>
          <a:xfrm>
            <a:off x="4182751" y="1387669"/>
            <a:ext cx="810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4195916" y="2072205"/>
            <a:ext cx="810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9" name="テキスト ボックス 158"/>
          <p:cNvSpPr txBox="1"/>
          <p:nvPr/>
        </p:nvSpPr>
        <p:spPr>
          <a:xfrm>
            <a:off x="4182751" y="2802810"/>
            <a:ext cx="810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0" name="テキスト ボックス 159"/>
          <p:cNvSpPr txBox="1"/>
          <p:nvPr/>
        </p:nvSpPr>
        <p:spPr>
          <a:xfrm>
            <a:off x="4182751" y="3529060"/>
            <a:ext cx="810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70" name="カギ線コネクタ 169"/>
          <p:cNvCxnSpPr>
            <a:cxnSpLocks/>
            <a:stCxn id="68" idx="3"/>
            <a:endCxn id="215" idx="3"/>
          </p:cNvCxnSpPr>
          <p:nvPr/>
        </p:nvCxnSpPr>
        <p:spPr>
          <a:xfrm flipH="1" flipV="1">
            <a:off x="8741657" y="1339436"/>
            <a:ext cx="4235" cy="1446048"/>
          </a:xfrm>
          <a:prstGeom prst="bentConnector3">
            <a:avLst>
              <a:gd name="adj1" fmla="val -5397875"/>
            </a:avLst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テキスト ボックス 170"/>
          <p:cNvSpPr txBox="1"/>
          <p:nvPr/>
        </p:nvSpPr>
        <p:spPr>
          <a:xfrm>
            <a:off x="8229330" y="2307583"/>
            <a:ext cx="810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" name="直線コネクタ 2">
            <a:extLst>
              <a:ext uri="{FF2B5EF4-FFF2-40B4-BE49-F238E27FC236}">
                <a16:creationId xmlns:a16="http://schemas.microsoft.com/office/drawing/2014/main" id="{987413A1-8053-426A-3FC7-8E2DDBBA10A1}"/>
              </a:ext>
            </a:extLst>
          </p:cNvPr>
          <p:cNvCxnSpPr>
            <a:cxnSpLocks/>
            <a:stCxn id="53" idx="0"/>
            <a:endCxn id="52" idx="2"/>
          </p:cNvCxnSpPr>
          <p:nvPr/>
        </p:nvCxnSpPr>
        <p:spPr>
          <a:xfrm flipH="1" flipV="1">
            <a:off x="2071685" y="1523498"/>
            <a:ext cx="4962" cy="350756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33D84D-CCC4-0165-523B-017D27A99333}"/>
              </a:ext>
            </a:extLst>
          </p:cNvPr>
          <p:cNvSpPr txBox="1"/>
          <p:nvPr/>
        </p:nvSpPr>
        <p:spPr>
          <a:xfrm>
            <a:off x="2170906" y="1571966"/>
            <a:ext cx="810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" name="直線コネクタ 2">
            <a:extLst>
              <a:ext uri="{FF2B5EF4-FFF2-40B4-BE49-F238E27FC236}">
                <a16:creationId xmlns:a16="http://schemas.microsoft.com/office/drawing/2014/main" id="{9FFAFB51-503E-BCF5-C55F-22611E99C198}"/>
              </a:ext>
            </a:extLst>
          </p:cNvPr>
          <p:cNvCxnSpPr>
            <a:cxnSpLocks/>
            <a:stCxn id="216" idx="0"/>
            <a:endCxn id="215" idx="2"/>
          </p:cNvCxnSpPr>
          <p:nvPr/>
        </p:nvCxnSpPr>
        <p:spPr>
          <a:xfrm flipH="1" flipV="1">
            <a:off x="7059695" y="1523557"/>
            <a:ext cx="5085" cy="343778"/>
          </a:xfrm>
          <a:prstGeom prst="straightConnector1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87B0377-6B54-C89C-1B58-B9974065A7EA}"/>
              </a:ext>
            </a:extLst>
          </p:cNvPr>
          <p:cNvSpPr txBox="1"/>
          <p:nvPr/>
        </p:nvSpPr>
        <p:spPr>
          <a:xfrm>
            <a:off x="7059694" y="1602878"/>
            <a:ext cx="810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depends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334524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kumimoji="1" sz="2400" dirty="0" smtClean="0">
            <a:solidFill>
              <a:schemeClr val="bg1"/>
            </a:solidFill>
          </a:defRPr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>
        <a:ln w="12700" cmpd="sng">
          <a:solidFill>
            <a:schemeClr val="tx1">
              <a:lumMod val="50000"/>
              <a:lumOff val="50000"/>
            </a:schemeClr>
          </a:solidFill>
          <a:prstDash val="sysDash"/>
          <a:headEnd type="none"/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20421</TotalTime>
  <Words>114</Words>
  <PresentationFormat>画面に合わせる (4:3)</PresentationFormat>
  <Paragraphs>76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Arial</vt:lpstr>
      <vt:lpstr>Calibri</vt:lpstr>
      <vt:lpstr>ホワイト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2012-07-17T19:23:13Z</dcterms:created>
  <dcterms:modified xsi:type="dcterms:W3CDTF">2024-12-24T06:16:25Z</dcterms:modified>
</cp:coreProperties>
</file>