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339" r:id="rId2"/>
    <p:sldId id="342" r:id="rId3"/>
    <p:sldId id="369" r:id="rId4"/>
    <p:sldId id="343" r:id="rId5"/>
    <p:sldId id="370" r:id="rId6"/>
    <p:sldId id="340" r:id="rId7"/>
    <p:sldId id="344" r:id="rId8"/>
    <p:sldId id="371" r:id="rId9"/>
    <p:sldId id="345" r:id="rId10"/>
    <p:sldId id="372" r:id="rId11"/>
    <p:sldId id="341" r:id="rId12"/>
    <p:sldId id="347" r:id="rId13"/>
    <p:sldId id="373" r:id="rId14"/>
    <p:sldId id="368" r:id="rId15"/>
    <p:sldId id="374" r:id="rId16"/>
    <p:sldId id="346" r:id="rId17"/>
    <p:sldId id="375" r:id="rId18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1C24"/>
    <a:srgbClr val="CC3300"/>
    <a:srgbClr val="CC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スタイルなし/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テーマ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51" autoAdjust="0"/>
    <p:restoredTop sz="94527" autoAdjust="0"/>
  </p:normalViewPr>
  <p:slideViewPr>
    <p:cSldViewPr snapToGrid="0" snapToObjects="1">
      <p:cViewPr>
        <p:scale>
          <a:sx n="100" d="100"/>
          <a:sy n="100" d="100"/>
        </p:scale>
        <p:origin x="300" y="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7352-BF5A-4CD2-B029-996118CD8E01}" type="datetimeFigureOut">
              <a:rPr kumimoji="1" lang="ja-JP" altLang="en-US" smtClean="0"/>
              <a:t>2024/3/1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FFA3-9D07-4088-826B-DF32816608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32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2330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734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2024/3/1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2024/3/1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2024/3/1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2024/3/1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2024/3/1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2024/3/1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2024/3/1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2024/3/1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2024/3/1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2024/3/1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2024/3/1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t>2024/3/1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253388" y="2044700"/>
            <a:ext cx="3600000" cy="2151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sz="1600" dirty="0"/>
              <a:t>Application</a:t>
            </a:r>
            <a:r>
              <a:rPr kumimoji="1" lang="en-US" altLang="ja-JP" sz="1600" dirty="0"/>
              <a:t> Layer</a:t>
            </a:r>
            <a:endParaRPr kumimoji="1" lang="ja-JP" altLang="en-US" sz="1600" dirty="0"/>
          </a:p>
        </p:txBody>
      </p:sp>
      <p:sp>
        <p:nvSpPr>
          <p:cNvPr id="5" name="角丸四角形 4"/>
          <p:cNvSpPr/>
          <p:nvPr/>
        </p:nvSpPr>
        <p:spPr>
          <a:xfrm>
            <a:off x="1320688" y="2681809"/>
            <a:ext cx="1440000" cy="360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Controller</a:t>
            </a:r>
            <a:endParaRPr kumimoji="1" lang="ja-JP" altLang="en-US" sz="1600" dirty="0"/>
          </a:p>
        </p:txBody>
      </p:sp>
      <p:sp>
        <p:nvSpPr>
          <p:cNvPr id="6" name="角丸四角形 5"/>
          <p:cNvSpPr/>
          <p:nvPr/>
        </p:nvSpPr>
        <p:spPr>
          <a:xfrm>
            <a:off x="2211051" y="3536131"/>
            <a:ext cx="1440000" cy="360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600" dirty="0"/>
              <a:t>Helper</a:t>
            </a:r>
            <a:endParaRPr lang="ja-JP" altLang="en-US" sz="1600" dirty="0"/>
          </a:p>
        </p:txBody>
      </p:sp>
      <p:sp>
        <p:nvSpPr>
          <p:cNvPr id="10" name="角丸四角形 9"/>
          <p:cNvSpPr/>
          <p:nvPr/>
        </p:nvSpPr>
        <p:spPr>
          <a:xfrm>
            <a:off x="253389" y="4211576"/>
            <a:ext cx="8217511" cy="192252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sz="1600" dirty="0"/>
              <a:t>Domain</a:t>
            </a:r>
            <a:r>
              <a:rPr kumimoji="1" lang="en-US" altLang="ja-JP" sz="1600" dirty="0"/>
              <a:t> Layer</a:t>
            </a:r>
            <a:endParaRPr kumimoji="1" lang="ja-JP" altLang="en-US" sz="1600" dirty="0"/>
          </a:p>
        </p:txBody>
      </p:sp>
      <p:sp>
        <p:nvSpPr>
          <p:cNvPr id="11" name="角丸四角形 10"/>
          <p:cNvSpPr/>
          <p:nvPr/>
        </p:nvSpPr>
        <p:spPr>
          <a:xfrm>
            <a:off x="3648494" y="4803405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chemeClr val="bg1"/>
                </a:solidFill>
              </a:rPr>
              <a:t>ServiceImpl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12" name="角丸四角形 11"/>
          <p:cNvSpPr/>
          <p:nvPr/>
        </p:nvSpPr>
        <p:spPr>
          <a:xfrm>
            <a:off x="3648494" y="5552079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chemeClr val="bg1"/>
                </a:solidFill>
              </a:rPr>
              <a:t>DomainObject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円/楕円 12"/>
          <p:cNvSpPr/>
          <p:nvPr/>
        </p:nvSpPr>
        <p:spPr>
          <a:xfrm>
            <a:off x="6446400" y="4803405"/>
            <a:ext cx="360000" cy="360000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720000" bIns="90000" rtlCol="0" anchor="ctr" anchorCtr="0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Repository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角丸四角形 13"/>
          <p:cNvSpPr/>
          <p:nvPr/>
        </p:nvSpPr>
        <p:spPr>
          <a:xfrm>
            <a:off x="4870900" y="2044700"/>
            <a:ext cx="3600000" cy="216687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kumimoji="1" lang="en-US" altLang="ja-JP" sz="1600" dirty="0"/>
              <a:t>Infrastructure Layer</a:t>
            </a:r>
            <a:endParaRPr kumimoji="1" lang="ja-JP" altLang="en-US" sz="1600" dirty="0"/>
          </a:p>
        </p:txBody>
      </p:sp>
      <p:sp>
        <p:nvSpPr>
          <p:cNvPr id="15" name="角丸四角形 14"/>
          <p:cNvSpPr/>
          <p:nvPr/>
        </p:nvSpPr>
        <p:spPr>
          <a:xfrm>
            <a:off x="6872248" y="2923108"/>
            <a:ext cx="1440000" cy="35122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O/R Mapper</a:t>
            </a:r>
            <a:endParaRPr kumimoji="1" lang="ja-JP" altLang="en-US" sz="1600" dirty="0"/>
          </a:p>
        </p:txBody>
      </p:sp>
      <p:sp>
        <p:nvSpPr>
          <p:cNvPr id="16" name="角丸四角形 15"/>
          <p:cNvSpPr/>
          <p:nvPr/>
        </p:nvSpPr>
        <p:spPr>
          <a:xfrm>
            <a:off x="5839126" y="3657841"/>
            <a:ext cx="1574548" cy="3600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/>
              <a:t>RepositoryImpl</a:t>
            </a:r>
            <a:endParaRPr kumimoji="1" lang="ja-JP" altLang="en-US" sz="1600" dirty="0"/>
          </a:p>
        </p:txBody>
      </p:sp>
      <p:sp>
        <p:nvSpPr>
          <p:cNvPr id="18" name="角丸四角形 17"/>
          <p:cNvSpPr/>
          <p:nvPr/>
        </p:nvSpPr>
        <p:spPr>
          <a:xfrm>
            <a:off x="5163152" y="2527300"/>
            <a:ext cx="1351948" cy="75973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Integration </a:t>
            </a:r>
          </a:p>
          <a:p>
            <a:pPr algn="ctr"/>
            <a:r>
              <a:rPr lang="en-US" altLang="ja-JP" sz="1600" dirty="0"/>
              <a:t>System</a:t>
            </a:r>
          </a:p>
          <a:p>
            <a:pPr algn="ctr"/>
            <a:r>
              <a:rPr kumimoji="1" lang="en-US" altLang="ja-JP" sz="1600" dirty="0"/>
              <a:t>Connector</a:t>
            </a:r>
            <a:endParaRPr kumimoji="1" lang="ja-JP" altLang="en-US" sz="1600" dirty="0"/>
          </a:p>
        </p:txBody>
      </p:sp>
      <p:sp>
        <p:nvSpPr>
          <p:cNvPr id="19" name="円/楕円 18"/>
          <p:cNvSpPr/>
          <p:nvPr/>
        </p:nvSpPr>
        <p:spPr>
          <a:xfrm>
            <a:off x="1860688" y="4803405"/>
            <a:ext cx="360000" cy="360000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tIns="720000" rIns="90000" bIns="90000" rtlCol="0" anchor="ctr" anchorCtr="0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Service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21" name="直線コネクタ 20"/>
          <p:cNvCxnSpPr>
            <a:stCxn id="19" idx="6"/>
            <a:endCxn id="11" idx="1"/>
          </p:cNvCxnSpPr>
          <p:nvPr/>
        </p:nvCxnSpPr>
        <p:spPr>
          <a:xfrm>
            <a:off x="2220688" y="4983405"/>
            <a:ext cx="14278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>
            <a:stCxn id="11" idx="3"/>
            <a:endCxn id="13" idx="2"/>
          </p:cNvCxnSpPr>
          <p:nvPr/>
        </p:nvCxnSpPr>
        <p:spPr>
          <a:xfrm>
            <a:off x="5088494" y="4983405"/>
            <a:ext cx="135790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/>
          <p:cNvCxnSpPr>
            <a:stCxn id="16" idx="2"/>
            <a:endCxn id="13" idx="0"/>
          </p:cNvCxnSpPr>
          <p:nvPr/>
        </p:nvCxnSpPr>
        <p:spPr>
          <a:xfrm>
            <a:off x="6626400" y="4017841"/>
            <a:ext cx="0" cy="785564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/>
          <p:cNvCxnSpPr>
            <a:stCxn id="5" idx="2"/>
            <a:endCxn id="19" idx="0"/>
          </p:cNvCxnSpPr>
          <p:nvPr/>
        </p:nvCxnSpPr>
        <p:spPr>
          <a:xfrm>
            <a:off x="2040688" y="3041809"/>
            <a:ext cx="0" cy="176159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/>
          <p:cNvSpPr txBox="1"/>
          <p:nvPr/>
        </p:nvSpPr>
        <p:spPr>
          <a:xfrm>
            <a:off x="2747876" y="4302128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5466797" y="4988171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cxnSp>
        <p:nvCxnSpPr>
          <p:cNvPr id="31" name="直線矢印コネクタ 25"/>
          <p:cNvCxnSpPr>
            <a:stCxn id="5" idx="2"/>
            <a:endCxn id="6" idx="0"/>
          </p:cNvCxnSpPr>
          <p:nvPr/>
        </p:nvCxnSpPr>
        <p:spPr>
          <a:xfrm>
            <a:off x="2040688" y="3041809"/>
            <a:ext cx="890363" cy="49432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/>
          <p:cNvSpPr txBox="1"/>
          <p:nvPr/>
        </p:nvSpPr>
        <p:spPr>
          <a:xfrm>
            <a:off x="2747877" y="3141201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cxnSp>
        <p:nvCxnSpPr>
          <p:cNvPr id="44" name="直線矢印コネクタ 25"/>
          <p:cNvCxnSpPr>
            <a:stCxn id="6" idx="2"/>
            <a:endCxn id="19" idx="7"/>
          </p:cNvCxnSpPr>
          <p:nvPr/>
        </p:nvCxnSpPr>
        <p:spPr>
          <a:xfrm flipH="1">
            <a:off x="2167967" y="3896131"/>
            <a:ext cx="763084" cy="95999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/>
          <p:cNvSpPr txBox="1"/>
          <p:nvPr/>
        </p:nvSpPr>
        <p:spPr>
          <a:xfrm>
            <a:off x="1458438" y="3325867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cxnSp>
        <p:nvCxnSpPr>
          <p:cNvPr id="57" name="直線矢印コネクタ 25"/>
          <p:cNvCxnSpPr>
            <a:stCxn id="5" idx="1"/>
            <a:endCxn id="12" idx="1"/>
          </p:cNvCxnSpPr>
          <p:nvPr/>
        </p:nvCxnSpPr>
        <p:spPr>
          <a:xfrm rot="10800000" flipH="1" flipV="1">
            <a:off x="1320688" y="2861809"/>
            <a:ext cx="2327806" cy="2870270"/>
          </a:xfrm>
          <a:prstGeom prst="bentConnector3">
            <a:avLst>
              <a:gd name="adj1" fmla="val -9820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/>
          <p:cNvSpPr txBox="1"/>
          <p:nvPr/>
        </p:nvSpPr>
        <p:spPr>
          <a:xfrm>
            <a:off x="1074013" y="4185194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cxnSp>
        <p:nvCxnSpPr>
          <p:cNvPr id="61" name="直線矢印コネクタ 60"/>
          <p:cNvCxnSpPr>
            <a:stCxn id="16" idx="0"/>
            <a:endCxn id="15" idx="2"/>
          </p:cNvCxnSpPr>
          <p:nvPr/>
        </p:nvCxnSpPr>
        <p:spPr>
          <a:xfrm flipV="1">
            <a:off x="6626400" y="3274333"/>
            <a:ext cx="965848" cy="38350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/>
          <p:cNvCxnSpPr>
            <a:stCxn id="16" idx="0"/>
            <a:endCxn id="18" idx="2"/>
          </p:cNvCxnSpPr>
          <p:nvPr/>
        </p:nvCxnSpPr>
        <p:spPr>
          <a:xfrm flipH="1" flipV="1">
            <a:off x="5839126" y="3287035"/>
            <a:ext cx="787274" cy="37080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25"/>
          <p:cNvCxnSpPr>
            <a:stCxn id="16" idx="3"/>
            <a:endCxn id="12" idx="3"/>
          </p:cNvCxnSpPr>
          <p:nvPr/>
        </p:nvCxnSpPr>
        <p:spPr>
          <a:xfrm flipH="1">
            <a:off x="5088494" y="3837841"/>
            <a:ext cx="2325180" cy="1894238"/>
          </a:xfrm>
          <a:prstGeom prst="bentConnector3">
            <a:avLst>
              <a:gd name="adj1" fmla="val -9831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25"/>
          <p:cNvCxnSpPr>
            <a:stCxn id="11" idx="2"/>
            <a:endCxn id="12" idx="0"/>
          </p:cNvCxnSpPr>
          <p:nvPr/>
        </p:nvCxnSpPr>
        <p:spPr>
          <a:xfrm>
            <a:off x="4368494" y="5163405"/>
            <a:ext cx="0" cy="38867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/>
          <p:cNvSpPr txBox="1"/>
          <p:nvPr/>
        </p:nvSpPr>
        <p:spPr>
          <a:xfrm>
            <a:off x="5277677" y="3493758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7219349" y="3354058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7652222" y="4671460"/>
            <a:ext cx="1263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instantiate</a:t>
            </a:r>
            <a:endParaRPr kumimoji="1" lang="ja-JP" altLang="en-US" dirty="0"/>
          </a:p>
        </p:txBody>
      </p:sp>
      <p:sp>
        <p:nvSpPr>
          <p:cNvPr id="2" name="正方形/長方形 1"/>
          <p:cNvSpPr/>
          <p:nvPr/>
        </p:nvSpPr>
        <p:spPr>
          <a:xfrm>
            <a:off x="5495271" y="3354059"/>
            <a:ext cx="2397899" cy="2087150"/>
          </a:xfrm>
          <a:prstGeom prst="rect">
            <a:avLst/>
          </a:prstGeom>
          <a:solidFill>
            <a:schemeClr val="accent2">
              <a:lumMod val="20000"/>
              <a:lumOff val="80000"/>
              <a:alpha val="70000"/>
            </a:scheme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6737699" y="2814449"/>
            <a:ext cx="1716919" cy="539608"/>
          </a:xfrm>
          <a:prstGeom prst="rect">
            <a:avLst/>
          </a:prstGeom>
          <a:solidFill>
            <a:schemeClr val="accent2">
              <a:lumMod val="20000"/>
              <a:lumOff val="80000"/>
              <a:alpha val="70000"/>
            </a:scheme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504557" y="3351758"/>
            <a:ext cx="1590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Test target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610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0D790E23-4315-8695-B0A9-E02A1010E034}"/>
              </a:ext>
            </a:extLst>
          </p:cNvPr>
          <p:cNvGrpSpPr/>
          <p:nvPr/>
        </p:nvGrpSpPr>
        <p:grpSpPr>
          <a:xfrm>
            <a:off x="2035105" y="1562056"/>
            <a:ext cx="5346974" cy="3314870"/>
            <a:chOff x="3235256" y="2600282"/>
            <a:chExt cx="2673487" cy="1657435"/>
          </a:xfrm>
        </p:grpSpPr>
        <p:pic>
          <p:nvPicPr>
            <p:cNvPr id="4" name="図 3" descr="グラフィカル ユーザー インターフェイス, テキスト, アプリケーション&#10;&#10;自動的に生成された説明">
              <a:extLst>
                <a:ext uri="{FF2B5EF4-FFF2-40B4-BE49-F238E27FC236}">
                  <a16:creationId xmlns:a16="http://schemas.microsoft.com/office/drawing/2014/main" id="{F95D82DD-258B-81F9-3461-B86B609E8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56" y="2600282"/>
              <a:ext cx="2673487" cy="1657435"/>
            </a:xfrm>
            <a:prstGeom prst="rect">
              <a:avLst/>
            </a:prstGeom>
          </p:spPr>
        </p:pic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4BE02990-818B-9CBE-49DC-A525CABAA6F4}"/>
                </a:ext>
              </a:extLst>
            </p:cNvPr>
            <p:cNvSpPr/>
            <p:nvPr/>
          </p:nvSpPr>
          <p:spPr>
            <a:xfrm>
              <a:off x="3843337" y="3657600"/>
              <a:ext cx="1052513" cy="200025"/>
            </a:xfrm>
            <a:prstGeom prst="rect">
              <a:avLst/>
            </a:prstGeom>
            <a:noFill/>
            <a:ln w="57150">
              <a:solidFill>
                <a:srgbClr val="ED1C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0719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069CFB37-E2EE-EE52-A738-9CD493B64499}"/>
              </a:ext>
            </a:extLst>
          </p:cNvPr>
          <p:cNvGrpSpPr/>
          <p:nvPr/>
        </p:nvGrpSpPr>
        <p:grpSpPr>
          <a:xfrm>
            <a:off x="2168455" y="1631903"/>
            <a:ext cx="5346974" cy="3314870"/>
            <a:chOff x="3235256" y="2546304"/>
            <a:chExt cx="2673487" cy="1765391"/>
          </a:xfrm>
        </p:grpSpPr>
        <p:pic>
          <p:nvPicPr>
            <p:cNvPr id="3" name="図 2" descr="グラフィカル ユーザー インターフェイス, テキスト, アプリケーション&#10;&#10;自動的に生成された説明">
              <a:extLst>
                <a:ext uri="{FF2B5EF4-FFF2-40B4-BE49-F238E27FC236}">
                  <a16:creationId xmlns:a16="http://schemas.microsoft.com/office/drawing/2014/main" id="{70EBB28C-9445-6AFF-860D-020607F53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56" y="2546304"/>
              <a:ext cx="2673487" cy="1765391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4A59BB71-B788-DA85-F769-0C65D0B5AF6B}"/>
                </a:ext>
              </a:extLst>
            </p:cNvPr>
            <p:cNvSpPr/>
            <p:nvPr/>
          </p:nvSpPr>
          <p:spPr>
            <a:xfrm>
              <a:off x="3843337" y="3052763"/>
              <a:ext cx="1347788" cy="200025"/>
            </a:xfrm>
            <a:prstGeom prst="rect">
              <a:avLst/>
            </a:prstGeom>
            <a:noFill/>
            <a:ln w="57150">
              <a:solidFill>
                <a:srgbClr val="ED1C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220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529B2FDA-A34C-D6CA-2554-DC4D2433512E}"/>
              </a:ext>
            </a:extLst>
          </p:cNvPr>
          <p:cNvGrpSpPr/>
          <p:nvPr/>
        </p:nvGrpSpPr>
        <p:grpSpPr>
          <a:xfrm>
            <a:off x="1898513" y="1701749"/>
            <a:ext cx="5346974" cy="3314870"/>
            <a:chOff x="3108250" y="2463750"/>
            <a:chExt cx="2927500" cy="1930499"/>
          </a:xfrm>
        </p:grpSpPr>
        <p:pic>
          <p:nvPicPr>
            <p:cNvPr id="3" name="図 2" descr="グラフィカル ユーザー インターフェイス, テキスト, アプリケーション&#10;&#10;自動的に生成された説明">
              <a:extLst>
                <a:ext uri="{FF2B5EF4-FFF2-40B4-BE49-F238E27FC236}">
                  <a16:creationId xmlns:a16="http://schemas.microsoft.com/office/drawing/2014/main" id="{93B41A97-9440-1C05-D8AE-CADD285A5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08250" y="2463750"/>
              <a:ext cx="2927500" cy="1930499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18F83D4B-1803-A27B-003C-352C4BBF41E0}"/>
                </a:ext>
              </a:extLst>
            </p:cNvPr>
            <p:cNvSpPr/>
            <p:nvPr/>
          </p:nvSpPr>
          <p:spPr>
            <a:xfrm>
              <a:off x="3714750" y="4194224"/>
              <a:ext cx="1119188" cy="200025"/>
            </a:xfrm>
            <a:prstGeom prst="rect">
              <a:avLst/>
            </a:prstGeom>
            <a:noFill/>
            <a:ln w="57150">
              <a:solidFill>
                <a:srgbClr val="ED1C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1708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498D9AAD-BFC2-9876-B487-71D41832DC1F}"/>
              </a:ext>
            </a:extLst>
          </p:cNvPr>
          <p:cNvGrpSpPr/>
          <p:nvPr/>
        </p:nvGrpSpPr>
        <p:grpSpPr>
          <a:xfrm>
            <a:off x="1898513" y="1695394"/>
            <a:ext cx="5346974" cy="3314870"/>
            <a:chOff x="3079673" y="2371670"/>
            <a:chExt cx="2984653" cy="2114659"/>
          </a:xfrm>
        </p:grpSpPr>
        <p:pic>
          <p:nvPicPr>
            <p:cNvPr id="3" name="図 2" descr="グラフィカル ユーザー インターフェイス, テキスト, アプリケーション&#10;&#10;自動的に生成された説明">
              <a:extLst>
                <a:ext uri="{FF2B5EF4-FFF2-40B4-BE49-F238E27FC236}">
                  <a16:creationId xmlns:a16="http://schemas.microsoft.com/office/drawing/2014/main" id="{B2BB19E3-FA34-86D9-8545-E3461E20F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79673" y="2371670"/>
              <a:ext cx="2984653" cy="2114659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98B7B3E0-E5C6-6E74-A49E-C49802166BC1}"/>
                </a:ext>
              </a:extLst>
            </p:cNvPr>
            <p:cNvSpPr/>
            <p:nvPr/>
          </p:nvSpPr>
          <p:spPr>
            <a:xfrm>
              <a:off x="3657598" y="2881311"/>
              <a:ext cx="1347788" cy="200025"/>
            </a:xfrm>
            <a:prstGeom prst="rect">
              <a:avLst/>
            </a:prstGeom>
            <a:noFill/>
            <a:ln w="57150">
              <a:solidFill>
                <a:srgbClr val="ED1C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4881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253388" y="2044700"/>
            <a:ext cx="3600000" cy="2151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sz="1600" dirty="0"/>
              <a:t>Application</a:t>
            </a:r>
            <a:r>
              <a:rPr kumimoji="1" lang="en-US" altLang="ja-JP" sz="1600" dirty="0"/>
              <a:t> Layer</a:t>
            </a:r>
            <a:endParaRPr kumimoji="1" lang="ja-JP" altLang="en-US" sz="1600" dirty="0"/>
          </a:p>
        </p:txBody>
      </p:sp>
      <p:sp>
        <p:nvSpPr>
          <p:cNvPr id="5" name="角丸四角形 4"/>
          <p:cNvSpPr/>
          <p:nvPr/>
        </p:nvSpPr>
        <p:spPr>
          <a:xfrm>
            <a:off x="1320688" y="2681809"/>
            <a:ext cx="1440000" cy="360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Controller</a:t>
            </a:r>
            <a:endParaRPr kumimoji="1" lang="ja-JP" altLang="en-US" sz="1600" dirty="0"/>
          </a:p>
        </p:txBody>
      </p:sp>
      <p:sp>
        <p:nvSpPr>
          <p:cNvPr id="6" name="角丸四角形 5"/>
          <p:cNvSpPr/>
          <p:nvPr/>
        </p:nvSpPr>
        <p:spPr>
          <a:xfrm>
            <a:off x="2211051" y="3536131"/>
            <a:ext cx="1440000" cy="360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600" dirty="0"/>
              <a:t>Helper</a:t>
            </a:r>
            <a:endParaRPr lang="ja-JP" altLang="en-US" sz="1600" dirty="0"/>
          </a:p>
        </p:txBody>
      </p:sp>
      <p:sp>
        <p:nvSpPr>
          <p:cNvPr id="10" name="角丸四角形 9"/>
          <p:cNvSpPr/>
          <p:nvPr/>
        </p:nvSpPr>
        <p:spPr>
          <a:xfrm>
            <a:off x="253389" y="4211576"/>
            <a:ext cx="8217511" cy="192252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sz="1600" dirty="0"/>
              <a:t>Domain</a:t>
            </a:r>
            <a:r>
              <a:rPr kumimoji="1" lang="en-US" altLang="ja-JP" sz="1600" dirty="0"/>
              <a:t> Layer</a:t>
            </a:r>
            <a:endParaRPr kumimoji="1" lang="ja-JP" altLang="en-US" sz="1600" dirty="0"/>
          </a:p>
        </p:txBody>
      </p:sp>
      <p:sp>
        <p:nvSpPr>
          <p:cNvPr id="11" name="角丸四角形 10"/>
          <p:cNvSpPr/>
          <p:nvPr/>
        </p:nvSpPr>
        <p:spPr>
          <a:xfrm>
            <a:off x="3648494" y="4803405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chemeClr val="bg1"/>
                </a:solidFill>
              </a:rPr>
              <a:t>ServiceImpl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12" name="角丸四角形 11"/>
          <p:cNvSpPr/>
          <p:nvPr/>
        </p:nvSpPr>
        <p:spPr>
          <a:xfrm>
            <a:off x="3648494" y="5552079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chemeClr val="bg1"/>
                </a:solidFill>
              </a:rPr>
              <a:t>DomainObject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円/楕円 12"/>
          <p:cNvSpPr/>
          <p:nvPr/>
        </p:nvSpPr>
        <p:spPr>
          <a:xfrm>
            <a:off x="6446400" y="4803405"/>
            <a:ext cx="360000" cy="360000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720000" bIns="90000" rtlCol="0" anchor="ctr" anchorCtr="0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Repository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角丸四角形 13"/>
          <p:cNvSpPr/>
          <p:nvPr/>
        </p:nvSpPr>
        <p:spPr>
          <a:xfrm>
            <a:off x="4870900" y="2044700"/>
            <a:ext cx="3600000" cy="216687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kumimoji="1" lang="en-US" altLang="ja-JP" sz="1600" dirty="0"/>
              <a:t>Infrastructure Layer</a:t>
            </a:r>
            <a:endParaRPr kumimoji="1" lang="ja-JP" altLang="en-US" sz="1600" dirty="0"/>
          </a:p>
        </p:txBody>
      </p:sp>
      <p:sp>
        <p:nvSpPr>
          <p:cNvPr id="15" name="角丸四角形 14"/>
          <p:cNvSpPr/>
          <p:nvPr/>
        </p:nvSpPr>
        <p:spPr>
          <a:xfrm>
            <a:off x="6872248" y="2923108"/>
            <a:ext cx="1440000" cy="35122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O/R Mapper</a:t>
            </a:r>
            <a:endParaRPr kumimoji="1" lang="ja-JP" altLang="en-US" sz="1600" dirty="0"/>
          </a:p>
        </p:txBody>
      </p:sp>
      <p:sp>
        <p:nvSpPr>
          <p:cNvPr id="16" name="角丸四角形 15"/>
          <p:cNvSpPr/>
          <p:nvPr/>
        </p:nvSpPr>
        <p:spPr>
          <a:xfrm>
            <a:off x="5839126" y="3657841"/>
            <a:ext cx="1574548" cy="3600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/>
              <a:t>RepositoryImpl</a:t>
            </a:r>
            <a:endParaRPr kumimoji="1" lang="ja-JP" altLang="en-US" sz="1600" dirty="0"/>
          </a:p>
        </p:txBody>
      </p:sp>
      <p:sp>
        <p:nvSpPr>
          <p:cNvPr id="18" name="角丸四角形 17"/>
          <p:cNvSpPr/>
          <p:nvPr/>
        </p:nvSpPr>
        <p:spPr>
          <a:xfrm>
            <a:off x="5163152" y="2527300"/>
            <a:ext cx="1351948" cy="75973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Integration </a:t>
            </a:r>
          </a:p>
          <a:p>
            <a:pPr algn="ctr"/>
            <a:r>
              <a:rPr lang="en-US" altLang="ja-JP" sz="1600" dirty="0"/>
              <a:t>System</a:t>
            </a:r>
          </a:p>
          <a:p>
            <a:pPr algn="ctr"/>
            <a:r>
              <a:rPr kumimoji="1" lang="en-US" altLang="ja-JP" sz="1600" dirty="0"/>
              <a:t>Connector</a:t>
            </a:r>
            <a:endParaRPr kumimoji="1" lang="ja-JP" altLang="en-US" sz="1600" dirty="0"/>
          </a:p>
        </p:txBody>
      </p:sp>
      <p:sp>
        <p:nvSpPr>
          <p:cNvPr id="19" name="円/楕円 18"/>
          <p:cNvSpPr/>
          <p:nvPr/>
        </p:nvSpPr>
        <p:spPr>
          <a:xfrm>
            <a:off x="1860688" y="4803405"/>
            <a:ext cx="360000" cy="360000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tIns="720000" rIns="90000" bIns="90000" rtlCol="0" anchor="ctr" anchorCtr="0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Service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21" name="直線コネクタ 20"/>
          <p:cNvCxnSpPr>
            <a:stCxn id="19" idx="6"/>
            <a:endCxn id="11" idx="1"/>
          </p:cNvCxnSpPr>
          <p:nvPr/>
        </p:nvCxnSpPr>
        <p:spPr>
          <a:xfrm>
            <a:off x="2220688" y="4983405"/>
            <a:ext cx="14278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>
            <a:stCxn id="11" idx="3"/>
            <a:endCxn id="13" idx="2"/>
          </p:cNvCxnSpPr>
          <p:nvPr/>
        </p:nvCxnSpPr>
        <p:spPr>
          <a:xfrm>
            <a:off x="5088494" y="4983405"/>
            <a:ext cx="135790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/>
          <p:cNvCxnSpPr>
            <a:stCxn id="16" idx="2"/>
            <a:endCxn id="13" idx="0"/>
          </p:cNvCxnSpPr>
          <p:nvPr/>
        </p:nvCxnSpPr>
        <p:spPr>
          <a:xfrm>
            <a:off x="6626400" y="4017841"/>
            <a:ext cx="0" cy="785564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/>
          <p:cNvCxnSpPr>
            <a:stCxn id="5" idx="2"/>
            <a:endCxn id="19" idx="0"/>
          </p:cNvCxnSpPr>
          <p:nvPr/>
        </p:nvCxnSpPr>
        <p:spPr>
          <a:xfrm>
            <a:off x="2040688" y="3041809"/>
            <a:ext cx="0" cy="176159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/>
          <p:cNvSpPr txBox="1"/>
          <p:nvPr/>
        </p:nvSpPr>
        <p:spPr>
          <a:xfrm>
            <a:off x="2747876" y="4302128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5466797" y="4988171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cxnSp>
        <p:nvCxnSpPr>
          <p:cNvPr id="31" name="直線矢印コネクタ 25"/>
          <p:cNvCxnSpPr>
            <a:stCxn id="5" idx="2"/>
            <a:endCxn id="6" idx="0"/>
          </p:cNvCxnSpPr>
          <p:nvPr/>
        </p:nvCxnSpPr>
        <p:spPr>
          <a:xfrm>
            <a:off x="2040688" y="3041809"/>
            <a:ext cx="890363" cy="49432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/>
          <p:cNvSpPr txBox="1"/>
          <p:nvPr/>
        </p:nvSpPr>
        <p:spPr>
          <a:xfrm>
            <a:off x="2747877" y="3141201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cxnSp>
        <p:nvCxnSpPr>
          <p:cNvPr id="44" name="直線矢印コネクタ 25"/>
          <p:cNvCxnSpPr>
            <a:stCxn id="6" idx="2"/>
            <a:endCxn id="19" idx="7"/>
          </p:cNvCxnSpPr>
          <p:nvPr/>
        </p:nvCxnSpPr>
        <p:spPr>
          <a:xfrm flipH="1">
            <a:off x="2167967" y="3896131"/>
            <a:ext cx="763084" cy="95999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/>
          <p:cNvSpPr txBox="1"/>
          <p:nvPr/>
        </p:nvSpPr>
        <p:spPr>
          <a:xfrm>
            <a:off x="1458438" y="3325867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cxnSp>
        <p:nvCxnSpPr>
          <p:cNvPr id="57" name="直線矢印コネクタ 25"/>
          <p:cNvCxnSpPr>
            <a:stCxn id="5" idx="1"/>
            <a:endCxn id="12" idx="1"/>
          </p:cNvCxnSpPr>
          <p:nvPr/>
        </p:nvCxnSpPr>
        <p:spPr>
          <a:xfrm rot="10800000" flipH="1" flipV="1">
            <a:off x="1320688" y="2861809"/>
            <a:ext cx="2327806" cy="2870270"/>
          </a:xfrm>
          <a:prstGeom prst="bentConnector3">
            <a:avLst>
              <a:gd name="adj1" fmla="val -9820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/>
          <p:cNvSpPr txBox="1"/>
          <p:nvPr/>
        </p:nvSpPr>
        <p:spPr>
          <a:xfrm>
            <a:off x="1074013" y="4185194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cxnSp>
        <p:nvCxnSpPr>
          <p:cNvPr id="61" name="直線矢印コネクタ 60"/>
          <p:cNvCxnSpPr>
            <a:stCxn id="16" idx="0"/>
            <a:endCxn id="15" idx="2"/>
          </p:cNvCxnSpPr>
          <p:nvPr/>
        </p:nvCxnSpPr>
        <p:spPr>
          <a:xfrm flipV="1">
            <a:off x="6626400" y="3274333"/>
            <a:ext cx="965848" cy="38350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/>
          <p:cNvCxnSpPr>
            <a:stCxn id="16" idx="0"/>
            <a:endCxn id="18" idx="2"/>
          </p:cNvCxnSpPr>
          <p:nvPr/>
        </p:nvCxnSpPr>
        <p:spPr>
          <a:xfrm flipH="1" flipV="1">
            <a:off x="5839126" y="3287035"/>
            <a:ext cx="787274" cy="37080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25"/>
          <p:cNvCxnSpPr>
            <a:stCxn id="16" idx="3"/>
            <a:endCxn id="12" idx="3"/>
          </p:cNvCxnSpPr>
          <p:nvPr/>
        </p:nvCxnSpPr>
        <p:spPr>
          <a:xfrm flipH="1">
            <a:off x="5088494" y="3837841"/>
            <a:ext cx="2325180" cy="1894238"/>
          </a:xfrm>
          <a:prstGeom prst="bentConnector3">
            <a:avLst>
              <a:gd name="adj1" fmla="val -9831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25"/>
          <p:cNvCxnSpPr>
            <a:stCxn id="11" idx="2"/>
            <a:endCxn id="12" idx="0"/>
          </p:cNvCxnSpPr>
          <p:nvPr/>
        </p:nvCxnSpPr>
        <p:spPr>
          <a:xfrm>
            <a:off x="4368494" y="5163405"/>
            <a:ext cx="0" cy="38867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/>
          <p:cNvSpPr txBox="1"/>
          <p:nvPr/>
        </p:nvSpPr>
        <p:spPr>
          <a:xfrm>
            <a:off x="5277677" y="3493758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7219349" y="3354058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7652222" y="4671460"/>
            <a:ext cx="1263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instantiate</a:t>
            </a:r>
            <a:endParaRPr kumimoji="1" lang="ja-JP" altLang="en-US" dirty="0"/>
          </a:p>
        </p:txBody>
      </p:sp>
      <p:sp>
        <p:nvSpPr>
          <p:cNvPr id="2" name="正方形/長方形 1"/>
          <p:cNvSpPr/>
          <p:nvPr/>
        </p:nvSpPr>
        <p:spPr>
          <a:xfrm>
            <a:off x="142088" y="1860034"/>
            <a:ext cx="4055215" cy="2374697"/>
          </a:xfrm>
          <a:prstGeom prst="rect">
            <a:avLst/>
          </a:prstGeom>
          <a:solidFill>
            <a:schemeClr val="accent2">
              <a:lumMod val="20000"/>
              <a:lumOff val="80000"/>
              <a:alpha val="70000"/>
            </a:scheme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165437" y="1889468"/>
            <a:ext cx="1590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Test target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568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30C7D24-9D61-8112-AC0E-9751C8813C5A}"/>
              </a:ext>
            </a:extLst>
          </p:cNvPr>
          <p:cNvGrpSpPr/>
          <p:nvPr/>
        </p:nvGrpSpPr>
        <p:grpSpPr>
          <a:xfrm>
            <a:off x="2251004" y="2365764"/>
            <a:ext cx="4829096" cy="1881318"/>
            <a:chOff x="3222555" y="2762215"/>
            <a:chExt cx="2698889" cy="1333569"/>
          </a:xfrm>
        </p:grpSpPr>
        <p:pic>
          <p:nvPicPr>
            <p:cNvPr id="3" name="図 2" descr="グラフィカル ユーザー インターフェイス, テキスト, アプリケーション&#10;&#10;自動的に生成された説明">
              <a:extLst>
                <a:ext uri="{FF2B5EF4-FFF2-40B4-BE49-F238E27FC236}">
                  <a16:creationId xmlns:a16="http://schemas.microsoft.com/office/drawing/2014/main" id="{D6F8C05D-E8CE-2F0F-B205-227A47CF4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22555" y="2762215"/>
              <a:ext cx="2698889" cy="1333569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A8A76858-6244-3AD8-B27D-034D0AF9E024}"/>
                </a:ext>
              </a:extLst>
            </p:cNvPr>
            <p:cNvSpPr/>
            <p:nvPr/>
          </p:nvSpPr>
          <p:spPr>
            <a:xfrm>
              <a:off x="3857623" y="3814761"/>
              <a:ext cx="1057277" cy="200025"/>
            </a:xfrm>
            <a:prstGeom prst="rect">
              <a:avLst/>
            </a:prstGeom>
            <a:noFill/>
            <a:ln w="57150">
              <a:solidFill>
                <a:srgbClr val="ED1C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8482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DC93DBC2-58B9-E37E-8FD3-EC147964CEC6}"/>
              </a:ext>
            </a:extLst>
          </p:cNvPr>
          <p:cNvGrpSpPr/>
          <p:nvPr/>
        </p:nvGrpSpPr>
        <p:grpSpPr>
          <a:xfrm>
            <a:off x="2231954" y="2390739"/>
            <a:ext cx="4829096" cy="1881318"/>
            <a:chOff x="3222555" y="2762215"/>
            <a:chExt cx="2698889" cy="1333569"/>
          </a:xfrm>
        </p:grpSpPr>
        <p:pic>
          <p:nvPicPr>
            <p:cNvPr id="3" name="図 2" descr="グラフィカル ユーザー インターフェイス, テキスト, アプリケーション, チャットまたはテキスト メッセージ&#10;&#10;自動的に生成された説明">
              <a:extLst>
                <a:ext uri="{FF2B5EF4-FFF2-40B4-BE49-F238E27FC236}">
                  <a16:creationId xmlns:a16="http://schemas.microsoft.com/office/drawing/2014/main" id="{F532F64C-9BFE-A5A3-B80D-3EDAD9159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22555" y="2762215"/>
              <a:ext cx="2698889" cy="1333569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530BDAED-ADE6-BD3E-C709-C1A1FB14ED02}"/>
                </a:ext>
              </a:extLst>
            </p:cNvPr>
            <p:cNvSpPr/>
            <p:nvPr/>
          </p:nvSpPr>
          <p:spPr>
            <a:xfrm>
              <a:off x="3824285" y="3281361"/>
              <a:ext cx="1347788" cy="200025"/>
            </a:xfrm>
            <a:prstGeom prst="rect">
              <a:avLst/>
            </a:prstGeom>
            <a:noFill/>
            <a:ln w="57150">
              <a:solidFill>
                <a:srgbClr val="ED1C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7276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73A8812F-79F8-C72C-0264-4621AF1F3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272" y="3098783"/>
            <a:ext cx="3035456" cy="66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598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, チャットまたはテキスト メッセージ&#10;&#10;自動的に生成された説明">
            <a:extLst>
              <a:ext uri="{FF2B5EF4-FFF2-40B4-BE49-F238E27FC236}">
                <a16:creationId xmlns:a16="http://schemas.microsoft.com/office/drawing/2014/main" id="{B149D711-4C08-BBA8-9DC6-3DBD6AC0B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272" y="2873346"/>
            <a:ext cx="3035456" cy="111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515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253388" y="2044700"/>
            <a:ext cx="3600000" cy="2151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sz="1600" dirty="0"/>
              <a:t>Application</a:t>
            </a:r>
            <a:r>
              <a:rPr kumimoji="1" lang="en-US" altLang="ja-JP" sz="1600" dirty="0"/>
              <a:t> Layer</a:t>
            </a:r>
            <a:endParaRPr kumimoji="1" lang="ja-JP" altLang="en-US" sz="1600" dirty="0"/>
          </a:p>
        </p:txBody>
      </p:sp>
      <p:sp>
        <p:nvSpPr>
          <p:cNvPr id="5" name="角丸四角形 4"/>
          <p:cNvSpPr/>
          <p:nvPr/>
        </p:nvSpPr>
        <p:spPr>
          <a:xfrm>
            <a:off x="1320688" y="2681809"/>
            <a:ext cx="1440000" cy="360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Controller</a:t>
            </a:r>
            <a:endParaRPr kumimoji="1" lang="ja-JP" altLang="en-US" sz="1600" dirty="0"/>
          </a:p>
        </p:txBody>
      </p:sp>
      <p:sp>
        <p:nvSpPr>
          <p:cNvPr id="6" name="角丸四角形 5"/>
          <p:cNvSpPr/>
          <p:nvPr/>
        </p:nvSpPr>
        <p:spPr>
          <a:xfrm>
            <a:off x="2211051" y="3536131"/>
            <a:ext cx="1440000" cy="360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600" dirty="0"/>
              <a:t>Helper</a:t>
            </a:r>
            <a:endParaRPr lang="ja-JP" altLang="en-US" sz="1600" dirty="0"/>
          </a:p>
        </p:txBody>
      </p:sp>
      <p:sp>
        <p:nvSpPr>
          <p:cNvPr id="10" name="角丸四角形 9"/>
          <p:cNvSpPr/>
          <p:nvPr/>
        </p:nvSpPr>
        <p:spPr>
          <a:xfrm>
            <a:off x="253389" y="4211576"/>
            <a:ext cx="8217511" cy="192252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sz="1600" dirty="0"/>
              <a:t>Domain</a:t>
            </a:r>
            <a:r>
              <a:rPr kumimoji="1" lang="en-US" altLang="ja-JP" sz="1600" dirty="0"/>
              <a:t> Layer</a:t>
            </a:r>
            <a:endParaRPr kumimoji="1" lang="ja-JP" altLang="en-US" sz="1600" dirty="0"/>
          </a:p>
        </p:txBody>
      </p:sp>
      <p:sp>
        <p:nvSpPr>
          <p:cNvPr id="11" name="角丸四角形 10"/>
          <p:cNvSpPr/>
          <p:nvPr/>
        </p:nvSpPr>
        <p:spPr>
          <a:xfrm>
            <a:off x="3648494" y="4803405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chemeClr val="bg1"/>
                </a:solidFill>
              </a:rPr>
              <a:t>ServiceImpl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12" name="角丸四角形 11"/>
          <p:cNvSpPr/>
          <p:nvPr/>
        </p:nvSpPr>
        <p:spPr>
          <a:xfrm>
            <a:off x="3648494" y="5552079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chemeClr val="bg1"/>
                </a:solidFill>
              </a:rPr>
              <a:t>DomainObject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円/楕円 12"/>
          <p:cNvSpPr/>
          <p:nvPr/>
        </p:nvSpPr>
        <p:spPr>
          <a:xfrm>
            <a:off x="6446400" y="4803405"/>
            <a:ext cx="360000" cy="360000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000" tIns="720000" bIns="90000" rtlCol="0" anchor="ctr" anchorCtr="0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Repository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角丸四角形 13"/>
          <p:cNvSpPr/>
          <p:nvPr/>
        </p:nvSpPr>
        <p:spPr>
          <a:xfrm>
            <a:off x="4870900" y="2044700"/>
            <a:ext cx="3600000" cy="216687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kumimoji="1" lang="en-US" altLang="ja-JP" sz="1600" dirty="0"/>
              <a:t>Infrastructure Layer</a:t>
            </a:r>
            <a:endParaRPr kumimoji="1" lang="ja-JP" altLang="en-US" sz="1600" dirty="0"/>
          </a:p>
        </p:txBody>
      </p:sp>
      <p:sp>
        <p:nvSpPr>
          <p:cNvPr id="15" name="角丸四角形 14"/>
          <p:cNvSpPr/>
          <p:nvPr/>
        </p:nvSpPr>
        <p:spPr>
          <a:xfrm>
            <a:off x="6872248" y="2923108"/>
            <a:ext cx="1440000" cy="35122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O/R Mapper</a:t>
            </a:r>
            <a:endParaRPr kumimoji="1" lang="ja-JP" altLang="en-US" sz="1600" dirty="0"/>
          </a:p>
        </p:txBody>
      </p:sp>
      <p:sp>
        <p:nvSpPr>
          <p:cNvPr id="16" name="角丸四角形 15"/>
          <p:cNvSpPr/>
          <p:nvPr/>
        </p:nvSpPr>
        <p:spPr>
          <a:xfrm>
            <a:off x="5839126" y="3657841"/>
            <a:ext cx="1574548" cy="3600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/>
              <a:t>RepositoryImpl</a:t>
            </a:r>
            <a:endParaRPr kumimoji="1" lang="ja-JP" altLang="en-US" sz="1600" dirty="0"/>
          </a:p>
        </p:txBody>
      </p:sp>
      <p:sp>
        <p:nvSpPr>
          <p:cNvPr id="18" name="角丸四角形 17"/>
          <p:cNvSpPr/>
          <p:nvPr/>
        </p:nvSpPr>
        <p:spPr>
          <a:xfrm>
            <a:off x="5163152" y="2527300"/>
            <a:ext cx="1351948" cy="75973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Integration </a:t>
            </a:r>
          </a:p>
          <a:p>
            <a:pPr algn="ctr"/>
            <a:r>
              <a:rPr lang="en-US" altLang="ja-JP" sz="1600" dirty="0"/>
              <a:t>System</a:t>
            </a:r>
          </a:p>
          <a:p>
            <a:pPr algn="ctr"/>
            <a:r>
              <a:rPr kumimoji="1" lang="en-US" altLang="ja-JP" sz="1600" dirty="0"/>
              <a:t>Connector</a:t>
            </a:r>
            <a:endParaRPr kumimoji="1" lang="ja-JP" altLang="en-US" sz="1600" dirty="0"/>
          </a:p>
        </p:txBody>
      </p:sp>
      <p:sp>
        <p:nvSpPr>
          <p:cNvPr id="19" name="円/楕円 18"/>
          <p:cNvSpPr/>
          <p:nvPr/>
        </p:nvSpPr>
        <p:spPr>
          <a:xfrm>
            <a:off x="1860688" y="4803405"/>
            <a:ext cx="360000" cy="360000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tIns="720000" rIns="90000" bIns="90000" rtlCol="0" anchor="ctr" anchorCtr="0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Service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21" name="直線コネクタ 20"/>
          <p:cNvCxnSpPr>
            <a:stCxn id="19" idx="6"/>
            <a:endCxn id="11" idx="1"/>
          </p:cNvCxnSpPr>
          <p:nvPr/>
        </p:nvCxnSpPr>
        <p:spPr>
          <a:xfrm>
            <a:off x="2220688" y="4983405"/>
            <a:ext cx="14278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>
            <a:stCxn id="11" idx="3"/>
            <a:endCxn id="13" idx="2"/>
          </p:cNvCxnSpPr>
          <p:nvPr/>
        </p:nvCxnSpPr>
        <p:spPr>
          <a:xfrm>
            <a:off x="5088494" y="4983405"/>
            <a:ext cx="135790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/>
          <p:cNvCxnSpPr>
            <a:stCxn id="16" idx="2"/>
            <a:endCxn id="13" idx="0"/>
          </p:cNvCxnSpPr>
          <p:nvPr/>
        </p:nvCxnSpPr>
        <p:spPr>
          <a:xfrm>
            <a:off x="6626400" y="4017841"/>
            <a:ext cx="0" cy="785564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/>
          <p:cNvCxnSpPr>
            <a:stCxn id="5" idx="2"/>
            <a:endCxn id="19" idx="0"/>
          </p:cNvCxnSpPr>
          <p:nvPr/>
        </p:nvCxnSpPr>
        <p:spPr>
          <a:xfrm>
            <a:off x="2040688" y="3041809"/>
            <a:ext cx="0" cy="176159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/>
          <p:cNvSpPr txBox="1"/>
          <p:nvPr/>
        </p:nvSpPr>
        <p:spPr>
          <a:xfrm>
            <a:off x="2747876" y="4302128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5466797" y="4988171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cxnSp>
        <p:nvCxnSpPr>
          <p:cNvPr id="31" name="直線矢印コネクタ 25"/>
          <p:cNvCxnSpPr>
            <a:stCxn id="5" idx="2"/>
            <a:endCxn id="6" idx="0"/>
          </p:cNvCxnSpPr>
          <p:nvPr/>
        </p:nvCxnSpPr>
        <p:spPr>
          <a:xfrm>
            <a:off x="2040688" y="3041809"/>
            <a:ext cx="890363" cy="49432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/>
          <p:cNvSpPr txBox="1"/>
          <p:nvPr/>
        </p:nvSpPr>
        <p:spPr>
          <a:xfrm>
            <a:off x="2747877" y="3141201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cxnSp>
        <p:nvCxnSpPr>
          <p:cNvPr id="44" name="直線矢印コネクタ 25"/>
          <p:cNvCxnSpPr>
            <a:stCxn id="6" idx="2"/>
            <a:endCxn id="19" idx="7"/>
          </p:cNvCxnSpPr>
          <p:nvPr/>
        </p:nvCxnSpPr>
        <p:spPr>
          <a:xfrm flipH="1">
            <a:off x="2167967" y="3896131"/>
            <a:ext cx="763084" cy="95999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/>
          <p:cNvSpPr txBox="1"/>
          <p:nvPr/>
        </p:nvSpPr>
        <p:spPr>
          <a:xfrm>
            <a:off x="1458438" y="3325867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cxnSp>
        <p:nvCxnSpPr>
          <p:cNvPr id="57" name="直線矢印コネクタ 25"/>
          <p:cNvCxnSpPr>
            <a:stCxn id="5" idx="1"/>
            <a:endCxn id="12" idx="1"/>
          </p:cNvCxnSpPr>
          <p:nvPr/>
        </p:nvCxnSpPr>
        <p:spPr>
          <a:xfrm rot="10800000" flipH="1" flipV="1">
            <a:off x="1320688" y="2861809"/>
            <a:ext cx="2327806" cy="2870270"/>
          </a:xfrm>
          <a:prstGeom prst="bentConnector3">
            <a:avLst>
              <a:gd name="adj1" fmla="val -9820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/>
          <p:cNvSpPr txBox="1"/>
          <p:nvPr/>
        </p:nvSpPr>
        <p:spPr>
          <a:xfrm>
            <a:off x="1074013" y="4185194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cxnSp>
        <p:nvCxnSpPr>
          <p:cNvPr id="61" name="直線矢印コネクタ 60"/>
          <p:cNvCxnSpPr>
            <a:stCxn id="16" idx="0"/>
            <a:endCxn id="15" idx="2"/>
          </p:cNvCxnSpPr>
          <p:nvPr/>
        </p:nvCxnSpPr>
        <p:spPr>
          <a:xfrm flipV="1">
            <a:off x="6626400" y="3274333"/>
            <a:ext cx="965848" cy="38350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/>
          <p:cNvCxnSpPr>
            <a:stCxn id="16" idx="0"/>
            <a:endCxn id="18" idx="2"/>
          </p:cNvCxnSpPr>
          <p:nvPr/>
        </p:nvCxnSpPr>
        <p:spPr>
          <a:xfrm flipH="1" flipV="1">
            <a:off x="5839126" y="3287035"/>
            <a:ext cx="787274" cy="37080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25"/>
          <p:cNvCxnSpPr>
            <a:stCxn id="16" idx="3"/>
            <a:endCxn id="12" idx="3"/>
          </p:cNvCxnSpPr>
          <p:nvPr/>
        </p:nvCxnSpPr>
        <p:spPr>
          <a:xfrm flipH="1">
            <a:off x="5088494" y="3837841"/>
            <a:ext cx="2325180" cy="1894238"/>
          </a:xfrm>
          <a:prstGeom prst="bentConnector3">
            <a:avLst>
              <a:gd name="adj1" fmla="val -9831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25"/>
          <p:cNvCxnSpPr>
            <a:stCxn id="11" idx="2"/>
            <a:endCxn id="12" idx="0"/>
          </p:cNvCxnSpPr>
          <p:nvPr/>
        </p:nvCxnSpPr>
        <p:spPr>
          <a:xfrm>
            <a:off x="4368494" y="5163405"/>
            <a:ext cx="0" cy="38867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/>
          <p:cNvSpPr txBox="1"/>
          <p:nvPr/>
        </p:nvSpPr>
        <p:spPr>
          <a:xfrm>
            <a:off x="5277677" y="3493758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7219349" y="3354058"/>
            <a:ext cx="59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</a:t>
            </a:r>
            <a:endParaRPr kumimoji="1" lang="ja-JP" altLang="en-US" dirty="0"/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7652222" y="4671460"/>
            <a:ext cx="1263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instantiate</a:t>
            </a:r>
            <a:endParaRPr kumimoji="1" lang="ja-JP" altLang="en-US" dirty="0"/>
          </a:p>
        </p:txBody>
      </p:sp>
      <p:sp>
        <p:nvSpPr>
          <p:cNvPr id="2" name="正方形/長方形 1"/>
          <p:cNvSpPr/>
          <p:nvPr/>
        </p:nvSpPr>
        <p:spPr>
          <a:xfrm>
            <a:off x="3206869" y="4184855"/>
            <a:ext cx="2259929" cy="1306812"/>
          </a:xfrm>
          <a:prstGeom prst="rect">
            <a:avLst/>
          </a:prstGeom>
          <a:solidFill>
            <a:schemeClr val="accent2">
              <a:lumMod val="20000"/>
              <a:lumOff val="80000"/>
              <a:alpha val="70000"/>
            </a:scheme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3195750" y="4112161"/>
            <a:ext cx="14174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Test target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36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E32E6BAB-62D1-296F-3F56-3803B8EF1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418" y="2679661"/>
            <a:ext cx="3175163" cy="149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48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A320FAC4-2CCA-CFBE-9C12-E427DD2FA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287" y="2666961"/>
            <a:ext cx="3397425" cy="152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84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グラフィカル ユーザー インターフェイス&#10;&#10;中程度の精度で自動的に生成された説明">
            <a:extLst>
              <a:ext uri="{FF2B5EF4-FFF2-40B4-BE49-F238E27FC236}">
                <a16:creationId xmlns:a16="http://schemas.microsoft.com/office/drawing/2014/main" id="{62117463-F02A-1B0D-DA82-AC06A8A2F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039" y="3124184"/>
            <a:ext cx="3333921" cy="60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950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EB4AB4FD-F8F9-83BA-015F-6C9214BDA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033" y="2666961"/>
            <a:ext cx="3587934" cy="152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212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&#10;&#10;自動的に生成された説明">
            <a:extLst>
              <a:ext uri="{FF2B5EF4-FFF2-40B4-BE49-F238E27FC236}">
                <a16:creationId xmlns:a16="http://schemas.microsoft.com/office/drawing/2014/main" id="{7617CDC9-4ACF-7426-9753-267F6B5ED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039" y="3124184"/>
            <a:ext cx="3333921" cy="60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470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AA377A1F-DBDE-EB42-D9B5-A2817EBE9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287" y="2666961"/>
            <a:ext cx="3397425" cy="152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378250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25586</TotalTime>
  <Words>93</Words>
  <Application>Microsoft Office PowerPoint</Application>
  <PresentationFormat>画面に合わせる (4:3)</PresentationFormat>
  <Paragraphs>72</Paragraphs>
  <Slides>17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0" baseType="lpstr">
      <vt:lpstr>Arial</vt:lpstr>
      <vt:lpstr>Calibri</vt:lpstr>
      <vt:lpstr>ホワイト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SEH 加藤 文雄/Kato, Fumio (NTT DATA)</cp:lastModifiedBy>
  <cp:revision>6</cp:revision>
  <dcterms:created xsi:type="dcterms:W3CDTF">2012-07-17T19:23:13Z</dcterms:created>
  <dcterms:modified xsi:type="dcterms:W3CDTF">2024-03-01T10:56:56Z</dcterms:modified>
</cp:coreProperties>
</file>