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49" r:id="rId2"/>
    <p:sldId id="370" r:id="rId3"/>
    <p:sldId id="348" r:id="rId4"/>
    <p:sldId id="371" r:id="rId5"/>
    <p:sldId id="369" r:id="rId6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51" autoAdjust="0"/>
    <p:restoredTop sz="94527" autoAdjust="0"/>
  </p:normalViewPr>
  <p:slideViewPr>
    <p:cSldViewPr snapToGrid="0" snapToObjects="1">
      <p:cViewPr varScale="1">
        <p:scale>
          <a:sx n="62" d="100"/>
          <a:sy n="62" d="100"/>
        </p:scale>
        <p:origin x="143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t>2023/2/12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, テキスト&#10;&#10;自動的に生成された説明">
            <a:extLst>
              <a:ext uri="{FF2B5EF4-FFF2-40B4-BE49-F238E27FC236}">
                <a16:creationId xmlns:a16="http://schemas.microsoft.com/office/drawing/2014/main" id="{99500938-B7BB-DA4A-D0BE-2A0C8AE44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568" y="2874510"/>
            <a:ext cx="3397425" cy="83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8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BEC699AB-5795-59E9-B1BC-B39F647CD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966" y="2749515"/>
            <a:ext cx="3264068" cy="135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4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A8AB6439-EBE0-1123-01E4-44817C02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664" y="2506761"/>
            <a:ext cx="2495678" cy="127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11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B45326A7-3D64-072F-FC79-C7820D032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161" y="2851120"/>
            <a:ext cx="2495678" cy="115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4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62" y="3038475"/>
            <a:ext cx="3800475" cy="78105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3350361" y="3622080"/>
            <a:ext cx="1970575" cy="206421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/>
          <a:srcRect l="3005" t="2037" b="-1"/>
          <a:stretch/>
        </p:blipFill>
        <p:spPr>
          <a:xfrm>
            <a:off x="2978340" y="3239601"/>
            <a:ext cx="988553" cy="17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56430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25547</TotalTime>
  <Words>0</Words>
  <Application>Microsoft Office PowerPoint</Application>
  <PresentationFormat>画面に合わせる (4:3)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SEH 小船屋 航/Ofuneya, Kou (NTT DATA)</cp:lastModifiedBy>
  <cp:revision>1</cp:revision>
  <dcterms:created xsi:type="dcterms:W3CDTF">2012-07-17T19:23:13Z</dcterms:created>
  <dcterms:modified xsi:type="dcterms:W3CDTF">2023-02-12T14:23:28Z</dcterms:modified>
</cp:coreProperties>
</file>