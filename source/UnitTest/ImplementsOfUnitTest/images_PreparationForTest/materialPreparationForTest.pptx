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65" r:id="rId2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スタイルなし/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テーマ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51" autoAdjust="0"/>
    <p:restoredTop sz="94527" autoAdjust="0"/>
  </p:normalViewPr>
  <p:slideViewPr>
    <p:cSldViewPr snapToGrid="0" snapToObjects="1">
      <p:cViewPr varScale="1">
        <p:scale>
          <a:sx n="85" d="100"/>
          <a:sy n="85" d="100"/>
        </p:scale>
        <p:origin x="773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47352-BF5A-4CD2-B029-996118CD8E01}" type="datetimeFigureOut">
              <a:rPr kumimoji="1" lang="ja-JP" altLang="en-US" smtClean="0"/>
              <a:t>2017/11/24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3CFFA3-9D07-4088-826B-DF32816608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3212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2017/11/24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7268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2017/11/24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6610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2017/11/24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2095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2017/11/24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7712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2017/11/24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8338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2017/11/24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3778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2017/11/24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5323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2017/11/24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9694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2017/11/24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8006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2017/11/24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248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2017/11/24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369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B12EC-6AA0-374B-A2D3-850081A07A26}" type="datetimeFigureOut">
              <a:rPr kumimoji="1" lang="ja-JP" altLang="en-US" smtClean="0"/>
              <a:t>2017/11/24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916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/>
          <p:cNvPicPr>
            <a:picLocks noChangeAspect="1"/>
          </p:cNvPicPr>
          <p:nvPr/>
        </p:nvPicPr>
        <p:blipFill rotWithShape="1">
          <a:blip r:embed="rId2"/>
          <a:srcRect t="10109" b="8721"/>
          <a:stretch/>
        </p:blipFill>
        <p:spPr>
          <a:xfrm>
            <a:off x="3921" y="2512206"/>
            <a:ext cx="9144000" cy="104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534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25542</TotalTime>
  <Words>0</Words>
  <PresentationFormat>画面に合わせる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ＭＳ Ｐゴシック</vt:lpstr>
      <vt:lpstr>Arial</vt:lpstr>
      <vt:lpstr>Calibri</vt:lpstr>
      <vt:lpstr>ホワイト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2012-07-17T19:23:13Z</dcterms:created>
  <dcterms:modified xsi:type="dcterms:W3CDTF">2017-11-24T05:54:51Z</dcterms:modified>
</cp:coreProperties>
</file>