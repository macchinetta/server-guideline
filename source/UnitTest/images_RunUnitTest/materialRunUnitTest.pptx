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52" r:id="rId2"/>
    <p:sldId id="353" r:id="rId3"/>
    <p:sldId id="356" r:id="rId4"/>
    <p:sldId id="355" r:id="rId5"/>
    <p:sldId id="357" r:id="rId6"/>
    <p:sldId id="358" r:id="rId7"/>
    <p:sldId id="361" r:id="rId8"/>
    <p:sldId id="359" r:id="rId9"/>
    <p:sldId id="360" r:id="rId10"/>
    <p:sldId id="362" r:id="rId11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51" autoAdjust="0"/>
    <p:restoredTop sz="94527" autoAdjust="0"/>
  </p:normalViewPr>
  <p:slideViewPr>
    <p:cSldViewPr snapToGrid="0" snapToObjects="1">
      <p:cViewPr varScale="1">
        <p:scale>
          <a:sx n="85" d="100"/>
          <a:sy n="85" d="100"/>
        </p:scale>
        <p:origin x="77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t>2017/11/24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00" y="2333625"/>
            <a:ext cx="8356348" cy="2632822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5020235" y="3845859"/>
            <a:ext cx="3424518" cy="2330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68" y="2019299"/>
            <a:ext cx="7558745" cy="348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76" y="1597769"/>
            <a:ext cx="7082117" cy="400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54" y="1857374"/>
            <a:ext cx="7816878" cy="40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7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b="34096"/>
          <a:stretch/>
        </p:blipFill>
        <p:spPr>
          <a:xfrm>
            <a:off x="724179" y="1595566"/>
            <a:ext cx="7864009" cy="3657752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950260" y="2850776"/>
            <a:ext cx="1272989" cy="3585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46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59" y="2115671"/>
            <a:ext cx="7997442" cy="2921934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4867837" y="3836898"/>
            <a:ext cx="3567954" cy="2330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58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40" y="1249393"/>
            <a:ext cx="7347136" cy="471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33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24" y="1461851"/>
            <a:ext cx="7645494" cy="4409437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658474" y="3272123"/>
            <a:ext cx="1927408" cy="2330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02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00" y="2333625"/>
            <a:ext cx="8356348" cy="2632822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5038164" y="3845859"/>
            <a:ext cx="3424518" cy="2330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44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41" y="1881808"/>
            <a:ext cx="7541165" cy="387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6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24876</TotalTime>
  <Words>0</Words>
  <PresentationFormat>画面に合わせる (4:3)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ＭＳ Ｐゴシック</vt:lpstr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2017-11-24T05:43:44Z</dcterms:modified>
</cp:coreProperties>
</file>