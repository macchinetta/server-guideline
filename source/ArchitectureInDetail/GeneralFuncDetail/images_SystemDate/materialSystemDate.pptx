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308" r:id="rId2"/>
    <p:sldId id="309" r:id="rId3"/>
    <p:sldId id="310" r:id="rId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3300"/>
    <a:srgbClr val="00FF00"/>
    <a:srgbClr val="33CC33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-2160" y="-11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47352-BF5A-4CD2-B029-996118CD8E01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CFFA3-9D07-4088-826B-DF328166082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63212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5726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5661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2095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7712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38338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6377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7532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4969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8006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9248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369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B12EC-6AA0-374B-A2D3-850081A07A26}" type="datetimeFigureOut">
              <a:rPr kumimoji="1" lang="ja-JP" altLang="en-US" smtClean="0"/>
              <a:pPr/>
              <a:t>2015/1/9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EF739-006C-E447-A3B9-2B495A864FAC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916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2011680" y="1353312"/>
            <a:ext cx="1591056" cy="455371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7" name="直線コネクタ 6"/>
          <p:cNvCxnSpPr/>
          <p:nvPr/>
        </p:nvCxnSpPr>
        <p:spPr>
          <a:xfrm>
            <a:off x="1563624" y="1519492"/>
            <a:ext cx="3520440" cy="1588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直線コネクタ 8"/>
          <p:cNvCxnSpPr/>
          <p:nvPr/>
        </p:nvCxnSpPr>
        <p:spPr>
          <a:xfrm>
            <a:off x="1472689" y="2549588"/>
            <a:ext cx="3611375" cy="1588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直線コネクタ 9"/>
          <p:cNvCxnSpPr/>
          <p:nvPr/>
        </p:nvCxnSpPr>
        <p:spPr>
          <a:xfrm>
            <a:off x="1472689" y="3675888"/>
            <a:ext cx="3611375" cy="1588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正方形/長方形 12"/>
          <p:cNvSpPr/>
          <p:nvPr/>
        </p:nvSpPr>
        <p:spPr>
          <a:xfrm>
            <a:off x="7379208" y="1399032"/>
            <a:ext cx="1591056" cy="455371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Other</a:t>
            </a:r>
          </a:p>
          <a:p>
            <a:pPr algn="ctr"/>
            <a:r>
              <a:rPr lang="en-US" altLang="ja-JP" dirty="0" smtClean="0"/>
              <a:t>System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/>
        </p:nvSpPr>
        <p:spPr>
          <a:xfrm>
            <a:off x="0" y="1123708"/>
            <a:ext cx="1398527" cy="7883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UPDATE operation_date SET diff=0;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3931920" y="831100"/>
            <a:ext cx="1435103" cy="585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 smtClean="0">
                <a:solidFill>
                  <a:schemeClr val="tx1"/>
                </a:solidFill>
              </a:rPr>
              <a:t>TODAY:</a:t>
            </a:r>
          </a:p>
          <a:p>
            <a:r>
              <a:rPr lang="en-US" altLang="ja-JP" sz="1600" dirty="0" smtClean="0">
                <a:solidFill>
                  <a:schemeClr val="tx1"/>
                </a:solidFill>
              </a:rPr>
              <a:t>2012/10/1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1700784" y="73152"/>
            <a:ext cx="1975104" cy="101498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adjustedValueQuery=</a:t>
            </a:r>
          </a:p>
          <a:p>
            <a:r>
              <a:rPr lang="en-US" altLang="ja-JP" sz="1400" dirty="0" smtClean="0">
                <a:solidFill>
                  <a:schemeClr val="tx1"/>
                </a:solidFill>
              </a:rPr>
              <a:t>SELECT diff * 24 * 60 * 60 * 1000 FROM operation_date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22" name="直線矢印コネクタ 21"/>
          <p:cNvCxnSpPr>
            <a:stCxn id="20" idx="2"/>
          </p:cNvCxnSpPr>
          <p:nvPr/>
        </p:nvCxnSpPr>
        <p:spPr>
          <a:xfrm rot="16200000" flipH="1">
            <a:off x="2619756" y="1156716"/>
            <a:ext cx="310896" cy="1737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正方形/長方形 23"/>
          <p:cNvSpPr/>
          <p:nvPr/>
        </p:nvSpPr>
        <p:spPr>
          <a:xfrm>
            <a:off x="0" y="2282988"/>
            <a:ext cx="1398527" cy="7883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UPDATE operation_date SET diff=9;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0" y="3383864"/>
            <a:ext cx="1398527" cy="7883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UPDATE operation_date SET diff=30;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正方形/長方形 25"/>
          <p:cNvSpPr/>
          <p:nvPr/>
        </p:nvSpPr>
        <p:spPr>
          <a:xfrm>
            <a:off x="0" y="4468824"/>
            <a:ext cx="1398527" cy="7883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UPDATE operation_date SET diff=31;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28" name="直線矢印コネクタ 27"/>
          <p:cNvCxnSpPr/>
          <p:nvPr/>
        </p:nvCxnSpPr>
        <p:spPr>
          <a:xfrm>
            <a:off x="3602736" y="2048256"/>
            <a:ext cx="377647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>
            <a:off x="3602736" y="3218688"/>
            <a:ext cx="377647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/>
          <p:cNvCxnSpPr/>
          <p:nvPr/>
        </p:nvCxnSpPr>
        <p:spPr>
          <a:xfrm>
            <a:off x="3602736" y="4277804"/>
            <a:ext cx="377647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>
            <a:off x="3602736" y="5320220"/>
            <a:ext cx="377647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/>
        </p:nvSpPr>
        <p:spPr>
          <a:xfrm>
            <a:off x="4709160" y="1484504"/>
            <a:ext cx="657863" cy="420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 smtClean="0">
                <a:solidFill>
                  <a:schemeClr val="tx1"/>
                </a:solidFill>
              </a:rPr>
              <a:t>9:00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35" name="直線矢印コネクタ 34"/>
          <p:cNvCxnSpPr/>
          <p:nvPr/>
        </p:nvCxnSpPr>
        <p:spPr>
          <a:xfrm>
            <a:off x="1398527" y="1644332"/>
            <a:ext cx="61315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/>
          <p:cNvCxnSpPr/>
          <p:nvPr/>
        </p:nvCxnSpPr>
        <p:spPr>
          <a:xfrm>
            <a:off x="1398527" y="2705036"/>
            <a:ext cx="61315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/>
        </p:nvCxnSpPr>
        <p:spPr>
          <a:xfrm>
            <a:off x="1472689" y="4762436"/>
            <a:ext cx="3611375" cy="1588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直線コネクタ 42"/>
          <p:cNvCxnSpPr/>
          <p:nvPr/>
        </p:nvCxnSpPr>
        <p:spPr>
          <a:xfrm>
            <a:off x="1463040" y="5788152"/>
            <a:ext cx="3611375" cy="1588"/>
          </a:xfrm>
          <a:prstGeom prst="line">
            <a:avLst/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4" name="直線矢印コネクタ 43"/>
          <p:cNvCxnSpPr/>
          <p:nvPr/>
        </p:nvCxnSpPr>
        <p:spPr>
          <a:xfrm>
            <a:off x="1398527" y="3802316"/>
            <a:ext cx="61315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/>
          <p:cNvCxnSpPr/>
          <p:nvPr/>
        </p:nvCxnSpPr>
        <p:spPr>
          <a:xfrm>
            <a:off x="1398527" y="4890452"/>
            <a:ext cx="613153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正方形/長方形 45"/>
          <p:cNvSpPr/>
          <p:nvPr/>
        </p:nvSpPr>
        <p:spPr>
          <a:xfrm>
            <a:off x="4745483" y="2531300"/>
            <a:ext cx="657863" cy="420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 smtClean="0">
                <a:solidFill>
                  <a:schemeClr val="tx1"/>
                </a:solidFill>
              </a:rPr>
              <a:t>11:00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47" name="正方形/長方形 46"/>
          <p:cNvSpPr/>
          <p:nvPr/>
        </p:nvSpPr>
        <p:spPr>
          <a:xfrm>
            <a:off x="4745483" y="3639312"/>
            <a:ext cx="657863" cy="420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 smtClean="0">
                <a:solidFill>
                  <a:schemeClr val="tx1"/>
                </a:solidFill>
              </a:rPr>
              <a:t>13:00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48" name="正方形/長方形 47"/>
          <p:cNvSpPr/>
          <p:nvPr/>
        </p:nvSpPr>
        <p:spPr>
          <a:xfrm>
            <a:off x="4755132" y="4727448"/>
            <a:ext cx="657863" cy="4206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 smtClean="0">
                <a:solidFill>
                  <a:schemeClr val="tx1"/>
                </a:solidFill>
              </a:rPr>
              <a:t>15:00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14" name="フローチャート : 書類 13"/>
          <p:cNvSpPr/>
          <p:nvPr/>
        </p:nvSpPr>
        <p:spPr>
          <a:xfrm>
            <a:off x="4105656" y="1837944"/>
            <a:ext cx="667512" cy="493776"/>
          </a:xfrm>
          <a:prstGeom prst="flowChartDocumen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/>
          </a:p>
        </p:txBody>
      </p:sp>
      <p:sp>
        <p:nvSpPr>
          <p:cNvPr id="15" name="フローチャート : 書類 14"/>
          <p:cNvSpPr/>
          <p:nvPr/>
        </p:nvSpPr>
        <p:spPr>
          <a:xfrm>
            <a:off x="4105656" y="2971800"/>
            <a:ext cx="667512" cy="493776"/>
          </a:xfrm>
          <a:prstGeom prst="flowChartDocumen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フローチャート : 書類 15"/>
          <p:cNvSpPr/>
          <p:nvPr/>
        </p:nvSpPr>
        <p:spPr>
          <a:xfrm>
            <a:off x="4105656" y="4032504"/>
            <a:ext cx="667512" cy="493776"/>
          </a:xfrm>
          <a:prstGeom prst="flowChartDocumen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フローチャート : 書類 16"/>
          <p:cNvSpPr/>
          <p:nvPr/>
        </p:nvSpPr>
        <p:spPr>
          <a:xfrm>
            <a:off x="4105656" y="5102352"/>
            <a:ext cx="667512" cy="493776"/>
          </a:xfrm>
          <a:prstGeom prst="flowChartDocumen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9" name="正方形/長方形 48"/>
          <p:cNvSpPr/>
          <p:nvPr/>
        </p:nvSpPr>
        <p:spPr>
          <a:xfrm>
            <a:off x="4041648" y="1764792"/>
            <a:ext cx="913895" cy="585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 smtClean="0">
                <a:solidFill>
                  <a:schemeClr val="tx1"/>
                </a:solidFill>
              </a:rPr>
              <a:t>2012/</a:t>
            </a:r>
          </a:p>
          <a:p>
            <a:r>
              <a:rPr lang="en-US" altLang="ja-JP" sz="1600" dirty="0" smtClean="0">
                <a:solidFill>
                  <a:schemeClr val="tx1"/>
                </a:solidFill>
              </a:rPr>
              <a:t>10/1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50" name="正方形/長方形 49"/>
          <p:cNvSpPr/>
          <p:nvPr/>
        </p:nvSpPr>
        <p:spPr>
          <a:xfrm>
            <a:off x="4050792" y="2907792"/>
            <a:ext cx="913895" cy="585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 smtClean="0">
                <a:solidFill>
                  <a:schemeClr val="tx1"/>
                </a:solidFill>
              </a:rPr>
              <a:t>2012/</a:t>
            </a:r>
          </a:p>
          <a:p>
            <a:r>
              <a:rPr lang="en-US" altLang="ja-JP" sz="1600" dirty="0" smtClean="0">
                <a:solidFill>
                  <a:schemeClr val="tx1"/>
                </a:solidFill>
              </a:rPr>
              <a:t>10/10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/>
        </p:nvSpPr>
        <p:spPr>
          <a:xfrm>
            <a:off x="4050792" y="3968496"/>
            <a:ext cx="913895" cy="585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 smtClean="0">
                <a:solidFill>
                  <a:schemeClr val="tx1"/>
                </a:solidFill>
              </a:rPr>
              <a:t>2012/</a:t>
            </a:r>
          </a:p>
          <a:p>
            <a:r>
              <a:rPr lang="en-US" altLang="ja-JP" sz="1600" dirty="0" smtClean="0">
                <a:solidFill>
                  <a:schemeClr val="tx1"/>
                </a:solidFill>
              </a:rPr>
              <a:t>10/31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/>
          <p:cNvSpPr/>
          <p:nvPr/>
        </p:nvSpPr>
        <p:spPr>
          <a:xfrm>
            <a:off x="4050792" y="5038344"/>
            <a:ext cx="913895" cy="585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600" dirty="0" smtClean="0">
                <a:solidFill>
                  <a:schemeClr val="tx1"/>
                </a:solidFill>
              </a:rPr>
              <a:t>2012/</a:t>
            </a:r>
          </a:p>
          <a:p>
            <a:r>
              <a:rPr lang="en-US" altLang="ja-JP" sz="1600" dirty="0" smtClean="0">
                <a:solidFill>
                  <a:schemeClr val="tx1"/>
                </a:solidFill>
              </a:rPr>
              <a:t>11/1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sp>
        <p:nvSpPr>
          <p:cNvPr id="54" name="正方形/長方形 53"/>
          <p:cNvSpPr/>
          <p:nvPr/>
        </p:nvSpPr>
        <p:spPr>
          <a:xfrm>
            <a:off x="5028695" y="73152"/>
            <a:ext cx="2350513" cy="512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00" b="1" dirty="0" smtClean="0">
                <a:solidFill>
                  <a:schemeClr val="tx1"/>
                </a:solidFill>
              </a:rPr>
              <a:t>Integration Test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55" name="正方形/長方形 54"/>
          <p:cNvSpPr/>
          <p:nvPr/>
        </p:nvSpPr>
        <p:spPr>
          <a:xfrm>
            <a:off x="2494725" y="1746897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3200" dirty="0" smtClean="0">
                <a:solidFill>
                  <a:schemeClr val="tx1"/>
                </a:solidFill>
              </a:rPr>
              <a:t>1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56" name="正方形/長方形 55"/>
          <p:cNvSpPr/>
          <p:nvPr/>
        </p:nvSpPr>
        <p:spPr>
          <a:xfrm>
            <a:off x="2494725" y="2803334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3200" dirty="0" smtClean="0">
                <a:solidFill>
                  <a:schemeClr val="tx1"/>
                </a:solidFill>
              </a:rPr>
              <a:t>2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/>
        </p:nvSpPr>
        <p:spPr>
          <a:xfrm>
            <a:off x="2494725" y="3932733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3200" dirty="0" smtClean="0">
                <a:solidFill>
                  <a:schemeClr val="tx1"/>
                </a:solidFill>
              </a:rPr>
              <a:t>3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60" name="正方形/長方形 59"/>
          <p:cNvSpPr/>
          <p:nvPr/>
        </p:nvSpPr>
        <p:spPr>
          <a:xfrm>
            <a:off x="2494725" y="5060037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3200" dirty="0" smtClean="0">
                <a:solidFill>
                  <a:schemeClr val="tx1"/>
                </a:solidFill>
              </a:rPr>
              <a:t>4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4076700" y="730758"/>
            <a:ext cx="3200401" cy="3333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/>
              <a:t>2012</a:t>
            </a:r>
            <a:endParaRPr kumimoji="1" lang="ja-JP" altLang="en-US" dirty="0"/>
          </a:p>
        </p:txBody>
      </p:sp>
      <p:sp>
        <p:nvSpPr>
          <p:cNvPr id="5" name="正方形/長方形 4"/>
          <p:cNvSpPr/>
          <p:nvPr/>
        </p:nvSpPr>
        <p:spPr>
          <a:xfrm>
            <a:off x="4076701" y="1064133"/>
            <a:ext cx="800100" cy="3333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10/1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4876801" y="1064133"/>
            <a:ext cx="800100" cy="3333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10/2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/>
        </p:nvSpPr>
        <p:spPr>
          <a:xfrm>
            <a:off x="5676901" y="1064133"/>
            <a:ext cx="800100" cy="3333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10/3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/>
        </p:nvSpPr>
        <p:spPr>
          <a:xfrm>
            <a:off x="6477001" y="1064133"/>
            <a:ext cx="800100" cy="3333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10/4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/>
        </p:nvSpPr>
        <p:spPr>
          <a:xfrm>
            <a:off x="4076700" y="1397508"/>
            <a:ext cx="3200401" cy="3333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 smtClean="0"/>
              <a:t>2015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/>
        </p:nvSpPr>
        <p:spPr>
          <a:xfrm>
            <a:off x="4076701" y="1730883"/>
            <a:ext cx="800100" cy="3333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1/1</a:t>
            </a:r>
            <a:endParaRPr kumimoji="1" lang="ja-JP" altLang="en-US" dirty="0"/>
          </a:p>
        </p:txBody>
      </p:sp>
      <p:sp>
        <p:nvSpPr>
          <p:cNvPr id="11" name="正方形/長方形 10"/>
          <p:cNvSpPr/>
          <p:nvPr/>
        </p:nvSpPr>
        <p:spPr>
          <a:xfrm>
            <a:off x="4876801" y="1730883"/>
            <a:ext cx="800100" cy="3333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1/15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/>
        </p:nvSpPr>
        <p:spPr>
          <a:xfrm>
            <a:off x="5676901" y="1730883"/>
            <a:ext cx="800100" cy="3333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1/31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6477001" y="1730883"/>
            <a:ext cx="800100" cy="3333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2/1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2857500" y="730758"/>
            <a:ext cx="1219201" cy="666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smtClean="0"/>
              <a:t>Actual Date</a:t>
            </a:r>
            <a:endParaRPr kumimoji="1"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2857499" y="1397508"/>
            <a:ext cx="1219201" cy="66675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/>
              <a:t>Test</a:t>
            </a:r>
          </a:p>
          <a:p>
            <a:pPr algn="ctr"/>
            <a:r>
              <a:rPr kumimoji="1" lang="en-US" altLang="ja-JP" dirty="0" smtClean="0"/>
              <a:t>Date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926087" y="73152"/>
            <a:ext cx="2350513" cy="5120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400" b="1" dirty="0" smtClean="0">
                <a:solidFill>
                  <a:schemeClr val="tx1"/>
                </a:solidFill>
              </a:rPr>
              <a:t>System Test</a:t>
            </a:r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17" name="正方形/長方形 16"/>
          <p:cNvSpPr/>
          <p:nvPr/>
        </p:nvSpPr>
        <p:spPr>
          <a:xfrm>
            <a:off x="112271" y="1086612"/>
            <a:ext cx="1975104" cy="101498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adjustedValueQuery=</a:t>
            </a:r>
          </a:p>
          <a:p>
            <a:r>
              <a:rPr lang="en-US" altLang="ja-JP" sz="1400" dirty="0" smtClean="0">
                <a:solidFill>
                  <a:schemeClr val="tx1"/>
                </a:solidFill>
              </a:rPr>
              <a:t>SELECT diff * 24 * 60 * 60 * 1000 FROM operation_date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>
            <a:off x="2087375" y="1730883"/>
            <a:ext cx="770124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正方形/長方形 19"/>
          <p:cNvSpPr/>
          <p:nvPr/>
        </p:nvSpPr>
        <p:spPr>
          <a:xfrm>
            <a:off x="3478274" y="2686050"/>
            <a:ext cx="1398527" cy="7883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UPDATE operation_date SET diff=822;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正方形/長方形 20"/>
          <p:cNvSpPr/>
          <p:nvPr/>
        </p:nvSpPr>
        <p:spPr>
          <a:xfrm>
            <a:off x="4503037" y="3629025"/>
            <a:ext cx="1398527" cy="7883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UPDATE operation_date SET diff=836;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正方形/長方形 21"/>
          <p:cNvSpPr/>
          <p:nvPr/>
        </p:nvSpPr>
        <p:spPr>
          <a:xfrm>
            <a:off x="5366512" y="4657725"/>
            <a:ext cx="1398527" cy="7883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UPDATE operation_date SET diff=852;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正方形/長方形 22"/>
          <p:cNvSpPr/>
          <p:nvPr/>
        </p:nvSpPr>
        <p:spPr>
          <a:xfrm>
            <a:off x="6176136" y="5724525"/>
            <a:ext cx="1398527" cy="78839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ja-JP"/>
            </a:defPPr>
            <a:lvl1pPr marL="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400" dirty="0" smtClean="0">
                <a:solidFill>
                  <a:schemeClr val="tx1"/>
                </a:solidFill>
              </a:rPr>
              <a:t>UPDATE operation_date SET diff=853;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/>
          <p:cNvCxnSpPr/>
          <p:nvPr/>
        </p:nvCxnSpPr>
        <p:spPr>
          <a:xfrm rot="5400000" flipH="1" flipV="1">
            <a:off x="4192141" y="2375154"/>
            <a:ext cx="621792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>
            <a:stCxn id="21" idx="0"/>
          </p:cNvCxnSpPr>
          <p:nvPr/>
        </p:nvCxnSpPr>
        <p:spPr>
          <a:xfrm rot="5400000" flipH="1" flipV="1">
            <a:off x="4438588" y="2865310"/>
            <a:ext cx="15274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>
            <a:stCxn id="22" idx="0"/>
            <a:endCxn id="12" idx="2"/>
          </p:cNvCxnSpPr>
          <p:nvPr/>
        </p:nvCxnSpPr>
        <p:spPr>
          <a:xfrm rot="5400000" flipH="1" flipV="1">
            <a:off x="4774630" y="3355405"/>
            <a:ext cx="2593467" cy="11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23" idx="0"/>
            <a:endCxn id="13" idx="2"/>
          </p:cNvCxnSpPr>
          <p:nvPr/>
        </p:nvCxnSpPr>
        <p:spPr>
          <a:xfrm rot="5400000" flipH="1" flipV="1">
            <a:off x="5046092" y="3893567"/>
            <a:ext cx="3660267" cy="165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正方形/長方形 33"/>
          <p:cNvSpPr/>
          <p:nvPr/>
        </p:nvSpPr>
        <p:spPr>
          <a:xfrm>
            <a:off x="4266375" y="73152"/>
            <a:ext cx="734693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3200" dirty="0" smtClean="0">
                <a:solidFill>
                  <a:schemeClr val="tx1"/>
                </a:solidFill>
              </a:rPr>
              <a:t>1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35" name="正方形/長方形 34"/>
          <p:cNvSpPr/>
          <p:nvPr/>
        </p:nvSpPr>
        <p:spPr>
          <a:xfrm>
            <a:off x="5089653" y="73152"/>
            <a:ext cx="553717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3200" dirty="0" smtClean="0">
                <a:solidFill>
                  <a:schemeClr val="tx1"/>
                </a:solidFill>
              </a:rPr>
              <a:t>2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36" name="正方形/長方形 35"/>
          <p:cNvSpPr/>
          <p:nvPr/>
        </p:nvSpPr>
        <p:spPr>
          <a:xfrm>
            <a:off x="5913468" y="73152"/>
            <a:ext cx="525336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sz="3200" dirty="0" smtClean="0">
                <a:solidFill>
                  <a:schemeClr val="tx1"/>
                </a:solidFill>
              </a:rPr>
              <a:t>3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  <p:sp>
        <p:nvSpPr>
          <p:cNvPr id="37" name="正方形/長方形 36"/>
          <p:cNvSpPr/>
          <p:nvPr/>
        </p:nvSpPr>
        <p:spPr>
          <a:xfrm>
            <a:off x="6638732" y="73152"/>
            <a:ext cx="638369" cy="536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sz="3200" dirty="0" smtClean="0">
                <a:solidFill>
                  <a:schemeClr val="tx1"/>
                </a:solidFill>
              </a:rPr>
              <a:t>4</a:t>
            </a:r>
            <a:endParaRPr kumimoji="1" lang="ja-JP" altLang="en-US" sz="3200" dirty="0">
              <a:solidFill>
                <a:schemeClr val="tx1"/>
              </a:solidFill>
            </a:endParaRPr>
          </a:p>
        </p:txBody>
      </p:sp>
      <p:cxnSp>
        <p:nvCxnSpPr>
          <p:cNvPr id="39" name="カギ線コネクタ 38"/>
          <p:cNvCxnSpPr/>
          <p:nvPr/>
        </p:nvCxnSpPr>
        <p:spPr>
          <a:xfrm rot="5400000">
            <a:off x="2979802" y="1170051"/>
            <a:ext cx="2193798" cy="1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0" name="カギ線コネクタ 39"/>
          <p:cNvCxnSpPr/>
          <p:nvPr/>
        </p:nvCxnSpPr>
        <p:spPr>
          <a:xfrm rot="5400000">
            <a:off x="3779901" y="1170051"/>
            <a:ext cx="2193798" cy="1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カギ線コネクタ 40"/>
          <p:cNvCxnSpPr/>
          <p:nvPr/>
        </p:nvCxnSpPr>
        <p:spPr>
          <a:xfrm rot="5400000">
            <a:off x="4580002" y="1170051"/>
            <a:ext cx="2193798" cy="1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カギ線コネクタ 41"/>
          <p:cNvCxnSpPr/>
          <p:nvPr/>
        </p:nvCxnSpPr>
        <p:spPr>
          <a:xfrm rot="5400000">
            <a:off x="5380102" y="1170051"/>
            <a:ext cx="2193798" cy="1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カギ線コネクタ 42"/>
          <p:cNvCxnSpPr/>
          <p:nvPr/>
        </p:nvCxnSpPr>
        <p:spPr>
          <a:xfrm rot="5400000">
            <a:off x="6180202" y="1170051"/>
            <a:ext cx="2193798" cy="1"/>
          </a:xfrm>
          <a:prstGeom prst="bentConnector3">
            <a:avLst>
              <a:gd name="adj1" fmla="val 50000"/>
            </a:avLst>
          </a:prstGeom>
          <a:ln>
            <a:prstDash val="dash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24100" y="-1990725"/>
            <a:ext cx="13792200" cy="1084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テキスト ボックス 5"/>
          <p:cNvSpPr txBox="1"/>
          <p:nvPr/>
        </p:nvSpPr>
        <p:spPr>
          <a:xfrm>
            <a:off x="6691085" y="-1277253"/>
            <a:ext cx="4151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err="1" smtClean="0"/>
              <a:t>terasoluna</a:t>
            </a:r>
            <a:r>
              <a:rPr lang="en-US" altLang="ja-JP" sz="2800" b="1" dirty="0" smtClean="0"/>
              <a:t>-</a:t>
            </a:r>
            <a:r>
              <a:rPr lang="en-US" altLang="ja-JP" sz="2800" b="1" dirty="0" err="1" smtClean="0"/>
              <a:t>gfw</a:t>
            </a:r>
            <a:r>
              <a:rPr lang="en-US" altLang="ja-JP" sz="2800" b="1" dirty="0" smtClean="0"/>
              <a:t>-common</a:t>
            </a:r>
            <a:endParaRPr kumimoji="1" lang="ja-JP" altLang="en-US" sz="2800" b="1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698345" y="1284458"/>
            <a:ext cx="41510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 err="1" smtClean="0"/>
              <a:t>terasoluna-gfw-jodatime</a:t>
            </a:r>
            <a:endParaRPr kumimoji="1" lang="ja-JP" altLang="en-US" sz="2800" b="1" dirty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-420914" y="7300654"/>
            <a:ext cx="105083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b="1" dirty="0">
                <a:solidFill>
                  <a:srgbClr val="FF0000"/>
                </a:solidFill>
              </a:rPr>
              <a:t>Deprecated classes which exists for backward compatibility with 1.0.x</a:t>
            </a:r>
            <a:endParaRPr kumimoji="1" lang="ja-JP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58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kumimoji="1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19759</TotalTime>
  <Words>126</Words>
  <PresentationFormat>画面に合わせる (4:3)</PresentationFormat>
  <Paragraphs>54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ホワイト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2012-07-17T19:23:13Z</dcterms:created>
  <dcterms:modified xsi:type="dcterms:W3CDTF">2015-01-09T07:11:16Z</dcterms:modified>
</cp:coreProperties>
</file>