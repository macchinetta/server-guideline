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03" r:id="rId2"/>
    <p:sldId id="284" r:id="rId3"/>
    <p:sldId id="304" r:id="rId4"/>
    <p:sldId id="285" r:id="rId5"/>
    <p:sldId id="286" r:id="rId6"/>
    <p:sldId id="287" r:id="rId7"/>
    <p:sldId id="288" r:id="rId8"/>
    <p:sldId id="289" r:id="rId9"/>
    <p:sldId id="292" r:id="rId10"/>
    <p:sldId id="293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B0D6C479-3D78-4E00-970A-88F7D4B46CCD}">
          <p14:sldIdLst>
            <p14:sldId id="303"/>
            <p14:sldId id="284"/>
            <p14:sldId id="304"/>
            <p14:sldId id="285"/>
            <p14:sldId id="286"/>
            <p14:sldId id="287"/>
            <p14:sldId id="288"/>
            <p14:sldId id="289"/>
            <p14:sldId id="292"/>
            <p14:sldId id="293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94C7"/>
    <a:srgbClr val="A5C2DF"/>
    <a:srgbClr val="7AA6D0"/>
    <a:srgbClr val="BDD292"/>
    <a:srgbClr val="81A042"/>
    <a:srgbClr val="6D8838"/>
    <a:srgbClr val="9CBC5C"/>
    <a:srgbClr val="FF9999"/>
    <a:srgbClr val="CC33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84" y="78"/>
      </p:cViewPr>
      <p:guideLst>
        <p:guide orient="horz" pos="2160"/>
        <p:guide pos="288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1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2" y="4406901"/>
            <a:ext cx="77724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2" y="2906714"/>
            <a:ext cx="77724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3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7" indent="0">
              <a:buNone/>
              <a:defRPr sz="2000" b="1"/>
            </a:lvl2pPr>
            <a:lvl3pPr marL="914372" indent="0">
              <a:buNone/>
              <a:defRPr sz="1799" b="1"/>
            </a:lvl3pPr>
            <a:lvl4pPr marL="1371559" indent="0">
              <a:buNone/>
              <a:defRPr sz="1600" b="1"/>
            </a:lvl4pPr>
            <a:lvl5pPr marL="1828746" indent="0">
              <a:buNone/>
              <a:defRPr sz="1600" b="1"/>
            </a:lvl5pPr>
            <a:lvl6pPr marL="2285931" indent="0">
              <a:buNone/>
              <a:defRPr sz="1600" b="1"/>
            </a:lvl6pPr>
            <a:lvl7pPr marL="2743118" indent="0">
              <a:buNone/>
              <a:defRPr sz="1600" b="1"/>
            </a:lvl7pPr>
            <a:lvl8pPr marL="3200305" indent="0">
              <a:buNone/>
              <a:defRPr sz="1600" b="1"/>
            </a:lvl8pPr>
            <a:lvl9pPr marL="365749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7" indent="0">
              <a:buNone/>
              <a:defRPr sz="2000" b="1"/>
            </a:lvl2pPr>
            <a:lvl3pPr marL="914372" indent="0">
              <a:buNone/>
              <a:defRPr sz="1799" b="1"/>
            </a:lvl3pPr>
            <a:lvl4pPr marL="1371559" indent="0">
              <a:buNone/>
              <a:defRPr sz="1600" b="1"/>
            </a:lvl4pPr>
            <a:lvl5pPr marL="1828746" indent="0">
              <a:buNone/>
              <a:defRPr sz="1600" b="1"/>
            </a:lvl5pPr>
            <a:lvl6pPr marL="2285931" indent="0">
              <a:buNone/>
              <a:defRPr sz="1600" b="1"/>
            </a:lvl6pPr>
            <a:lvl7pPr marL="2743118" indent="0">
              <a:buNone/>
              <a:defRPr sz="1600" b="1"/>
            </a:lvl7pPr>
            <a:lvl8pPr marL="3200305" indent="0">
              <a:buNone/>
              <a:defRPr sz="1600" b="1"/>
            </a:lvl8pPr>
            <a:lvl9pPr marL="365749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7" indent="0">
              <a:buNone/>
              <a:defRPr sz="1200"/>
            </a:lvl2pPr>
            <a:lvl3pPr marL="914372" indent="0">
              <a:buNone/>
              <a:defRPr sz="1000"/>
            </a:lvl3pPr>
            <a:lvl4pPr marL="1371559" indent="0">
              <a:buNone/>
              <a:defRPr sz="900"/>
            </a:lvl4pPr>
            <a:lvl5pPr marL="1828746" indent="0">
              <a:buNone/>
              <a:defRPr sz="900"/>
            </a:lvl5pPr>
            <a:lvl6pPr marL="2285931" indent="0">
              <a:buNone/>
              <a:defRPr sz="900"/>
            </a:lvl6pPr>
            <a:lvl7pPr marL="2743118" indent="0">
              <a:buNone/>
              <a:defRPr sz="900"/>
            </a:lvl7pPr>
            <a:lvl8pPr marL="3200305" indent="0">
              <a:buNone/>
              <a:defRPr sz="900"/>
            </a:lvl8pPr>
            <a:lvl9pPr marL="365749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7" indent="0">
              <a:buNone/>
              <a:defRPr sz="2800"/>
            </a:lvl2pPr>
            <a:lvl3pPr marL="914372" indent="0">
              <a:buNone/>
              <a:defRPr sz="2400"/>
            </a:lvl3pPr>
            <a:lvl4pPr marL="1371559" indent="0">
              <a:buNone/>
              <a:defRPr sz="2000"/>
            </a:lvl4pPr>
            <a:lvl5pPr marL="1828746" indent="0">
              <a:buNone/>
              <a:defRPr sz="2000"/>
            </a:lvl5pPr>
            <a:lvl6pPr marL="2285931" indent="0">
              <a:buNone/>
              <a:defRPr sz="2000"/>
            </a:lvl6pPr>
            <a:lvl7pPr marL="2743118" indent="0">
              <a:buNone/>
              <a:defRPr sz="2000"/>
            </a:lvl7pPr>
            <a:lvl8pPr marL="3200305" indent="0">
              <a:buNone/>
              <a:defRPr sz="2000"/>
            </a:lvl8pPr>
            <a:lvl9pPr marL="365749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7" indent="0">
              <a:buNone/>
              <a:defRPr sz="1200"/>
            </a:lvl2pPr>
            <a:lvl3pPr marL="914372" indent="0">
              <a:buNone/>
              <a:defRPr sz="1000"/>
            </a:lvl3pPr>
            <a:lvl4pPr marL="1371559" indent="0">
              <a:buNone/>
              <a:defRPr sz="900"/>
            </a:lvl4pPr>
            <a:lvl5pPr marL="1828746" indent="0">
              <a:buNone/>
              <a:defRPr sz="900"/>
            </a:lvl5pPr>
            <a:lvl6pPr marL="2285931" indent="0">
              <a:buNone/>
              <a:defRPr sz="900"/>
            </a:lvl6pPr>
            <a:lvl7pPr marL="2743118" indent="0">
              <a:buNone/>
              <a:defRPr sz="900"/>
            </a:lvl7pPr>
            <a:lvl8pPr marL="3200305" indent="0">
              <a:buNone/>
              <a:defRPr sz="900"/>
            </a:lvl8pPr>
            <a:lvl9pPr marL="365749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1" y="274638"/>
            <a:ext cx="6019799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1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1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pPr/>
              <a:t>2023/7/28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1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1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7" rtl="0" eaLnBrk="1" latinLnBrk="0" hangingPunct="1">
        <a:spcBef>
          <a:spcPct val="0"/>
        </a:spcBef>
        <a:buNone/>
        <a:defRPr kumimoji="1"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0" indent="-342890" algn="l" defTabSz="457187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85742" algn="l" defTabSz="457187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66" indent="-228593" algn="l" defTabSz="457187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52" indent="-228593" algn="l" defTabSz="457187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39" indent="-228593" algn="l" defTabSz="457187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25" indent="-228593" algn="l" defTabSz="457187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11" indent="-228593" algn="l" defTabSz="457187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98" indent="-228593" algn="l" defTabSz="457187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84" indent="-228593" algn="l" defTabSz="457187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18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87" algn="l" defTabSz="45718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72" algn="l" defTabSz="45718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9" algn="l" defTabSz="45718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746" algn="l" defTabSz="45718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931" algn="l" defTabSz="45718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118" algn="l" defTabSz="45718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305" algn="l" defTabSz="45718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490" algn="l" defTabSz="45718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094" y="351062"/>
            <a:ext cx="6964816" cy="6366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角丸四角形 4"/>
          <p:cNvSpPr/>
          <p:nvPr/>
        </p:nvSpPr>
        <p:spPr>
          <a:xfrm>
            <a:off x="2837543" y="4978401"/>
            <a:ext cx="3526971" cy="515257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8" name="角丸四角形 7"/>
          <p:cNvSpPr/>
          <p:nvPr/>
        </p:nvSpPr>
        <p:spPr>
          <a:xfrm>
            <a:off x="3679371" y="5551716"/>
            <a:ext cx="1719943" cy="486228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0" name="線吹き出し 2 (枠付き) 9"/>
          <p:cNvSpPr/>
          <p:nvPr/>
        </p:nvSpPr>
        <p:spPr>
          <a:xfrm>
            <a:off x="5747656" y="5794830"/>
            <a:ext cx="1509486" cy="885372"/>
          </a:xfrm>
          <a:prstGeom prst="borderCallout2">
            <a:avLst>
              <a:gd name="adj1" fmla="val 50717"/>
              <a:gd name="adj2" fmla="val -5448"/>
              <a:gd name="adj3" fmla="val 50717"/>
              <a:gd name="adj4" fmla="val -24141"/>
              <a:gd name="adj5" fmla="val 14046"/>
              <a:gd name="adj6" fmla="val -41991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(3)</a:t>
            </a:r>
          </a:p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Pagination  Information</a:t>
            </a:r>
            <a:endParaRPr lang="ja-JP" altLang="en-US" sz="1799" dirty="0">
              <a:solidFill>
                <a:schemeClr val="tx1"/>
              </a:solidFill>
            </a:endParaRPr>
          </a:p>
        </p:txBody>
      </p:sp>
      <p:sp>
        <p:nvSpPr>
          <p:cNvPr id="7" name="角丸四角形 6"/>
          <p:cNvSpPr/>
          <p:nvPr/>
        </p:nvSpPr>
        <p:spPr>
          <a:xfrm>
            <a:off x="1463040" y="2236994"/>
            <a:ext cx="6260951" cy="2634734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6" name="線吹き出し 2 (枠付き) 5"/>
          <p:cNvSpPr/>
          <p:nvPr/>
        </p:nvSpPr>
        <p:spPr>
          <a:xfrm>
            <a:off x="6640286" y="4753427"/>
            <a:ext cx="1429655" cy="90714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24622"/>
              <a:gd name="adj5" fmla="val 37224"/>
              <a:gd name="adj6" fmla="val -35825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(2)</a:t>
            </a:r>
          </a:p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Pagination Links</a:t>
            </a:r>
            <a:endParaRPr lang="ja-JP" altLang="en-US" sz="1799" dirty="0">
              <a:solidFill>
                <a:schemeClr val="tx1"/>
              </a:solidFill>
            </a:endParaRPr>
          </a:p>
        </p:txBody>
      </p:sp>
      <p:sp>
        <p:nvSpPr>
          <p:cNvPr id="9" name="線吹き出し 2 (枠付き) 8"/>
          <p:cNvSpPr/>
          <p:nvPr/>
        </p:nvSpPr>
        <p:spPr>
          <a:xfrm>
            <a:off x="1270001" y="5181983"/>
            <a:ext cx="1429655" cy="907144"/>
          </a:xfrm>
          <a:prstGeom prst="borderCallout2">
            <a:avLst>
              <a:gd name="adj1" fmla="val -6153"/>
              <a:gd name="adj2" fmla="val 12736"/>
              <a:gd name="adj3" fmla="val -42916"/>
              <a:gd name="adj4" fmla="val 13001"/>
              <a:gd name="adj5" fmla="val -58832"/>
              <a:gd name="adj6" fmla="val 39421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(1)</a:t>
            </a:r>
          </a:p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Fetched data</a:t>
            </a:r>
            <a:endParaRPr lang="ja-JP" altLang="en-US" sz="1799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20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45286" y="-497044"/>
            <a:ext cx="2542025" cy="2633339"/>
          </a:xfrm>
          <a:prstGeom prst="rect">
            <a:avLst/>
          </a:prstGeom>
          <a:noFill/>
        </p:spPr>
      </p:pic>
      <p:sp>
        <p:nvSpPr>
          <p:cNvPr id="5" name="Rectangle 66"/>
          <p:cNvSpPr>
            <a:spLocks noChangeArrowheads="1"/>
          </p:cNvSpPr>
          <p:nvPr/>
        </p:nvSpPr>
        <p:spPr bwMode="auto">
          <a:xfrm>
            <a:off x="3020203" y="154951"/>
            <a:ext cx="5554017" cy="6424270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1799" b="1" dirty="0">
                <a:solidFill>
                  <a:schemeClr val="tx1"/>
                </a:solidFill>
              </a:rPr>
              <a:t>Server</a:t>
            </a:r>
            <a:endParaRPr lang="ja-JP" altLang="en-US" sz="1799" b="1" dirty="0">
              <a:solidFill>
                <a:schemeClr val="tx1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543463" y="1614469"/>
            <a:ext cx="2762845" cy="369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600" dirty="0">
                <a:solidFill>
                  <a:schemeClr val="tx1"/>
                </a:solidFill>
              </a:rPr>
              <a:t>?page=0&amp;size=3&amp;word=title</a:t>
            </a:r>
            <a:endParaRPr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18" name="カギ線コネクタ 17"/>
          <p:cNvCxnSpPr>
            <a:endCxn id="24" idx="1"/>
          </p:cNvCxnSpPr>
          <p:nvPr/>
        </p:nvCxnSpPr>
        <p:spPr>
          <a:xfrm>
            <a:off x="1712933" y="805111"/>
            <a:ext cx="1503325" cy="677108"/>
          </a:xfrm>
          <a:prstGeom prst="bentConnector3">
            <a:avLst>
              <a:gd name="adj1" fmla="val 761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66"/>
          <p:cNvSpPr>
            <a:spLocks noChangeArrowheads="1"/>
          </p:cNvSpPr>
          <p:nvPr/>
        </p:nvSpPr>
        <p:spPr bwMode="auto">
          <a:xfrm>
            <a:off x="3216258" y="878529"/>
            <a:ext cx="1990123" cy="1207381"/>
          </a:xfrm>
          <a:prstGeom prst="rect">
            <a:avLst/>
          </a:prstGeom>
          <a:gradFill>
            <a:gsLst>
              <a:gs pos="0">
                <a:srgbClr val="81A042"/>
              </a:gs>
              <a:gs pos="100000">
                <a:srgbClr val="BDD292"/>
              </a:gs>
            </a:gsLst>
          </a:gradFill>
          <a:ln w="25400">
            <a:solidFill>
              <a:schemeClr val="accent3">
                <a:lumMod val="75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74295" tIns="8890" rIns="74295" bIns="889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1000" b="1" dirty="0"/>
              <a:t>&lt;Spring Data&gt;</a:t>
            </a:r>
          </a:p>
          <a:p>
            <a:pPr algn="ctr"/>
            <a:r>
              <a:rPr lang="en-US" altLang="ja-JP" sz="1799" b="1" dirty="0" err="1"/>
              <a:t>Pageable</a:t>
            </a:r>
            <a:endParaRPr lang="en-US" altLang="ja-JP" sz="1799" b="1" dirty="0"/>
          </a:p>
          <a:p>
            <a:pPr algn="ctr"/>
            <a:r>
              <a:rPr lang="en-US" altLang="ja-JP" sz="1799" b="1" dirty="0" err="1"/>
              <a:t>HandlerMethod</a:t>
            </a:r>
            <a:endParaRPr lang="en-US" altLang="ja-JP" sz="1799" b="1" dirty="0"/>
          </a:p>
          <a:p>
            <a:pPr algn="ctr"/>
            <a:r>
              <a:rPr lang="en-US" altLang="ja-JP" sz="1799" b="1" dirty="0" err="1"/>
              <a:t>ArgumentResolver</a:t>
            </a:r>
            <a:endParaRPr lang="ja-JP" altLang="en-US" sz="1799" b="1" dirty="0"/>
          </a:p>
        </p:txBody>
      </p:sp>
      <p:sp>
        <p:nvSpPr>
          <p:cNvPr id="43" name="正方形/長方形 42"/>
          <p:cNvSpPr/>
          <p:nvPr/>
        </p:nvSpPr>
        <p:spPr>
          <a:xfrm>
            <a:off x="3040164" y="5266804"/>
            <a:ext cx="2648256" cy="3498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tx1"/>
                </a:solidFill>
              </a:rPr>
              <a:t>&lt;</a:t>
            </a:r>
            <a:r>
              <a:rPr lang="en-US" altLang="ja-JP" sz="1400" dirty="0" err="1">
                <a:solidFill>
                  <a:schemeClr val="tx1"/>
                </a:solidFill>
              </a:rPr>
              <a:t>t:pagination</a:t>
            </a:r>
            <a:r>
              <a:rPr lang="en-US" altLang="ja-JP" sz="1400" dirty="0">
                <a:solidFill>
                  <a:schemeClr val="tx1"/>
                </a:solidFill>
              </a:rPr>
              <a:t> page=“${page}” /&gt;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2198233" y="1041743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2400" dirty="0">
                <a:solidFill>
                  <a:schemeClr val="tx1"/>
                </a:solidFill>
              </a:rPr>
              <a:t>(1)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25" name="Rectangle 66"/>
          <p:cNvSpPr>
            <a:spLocks noChangeArrowheads="1"/>
          </p:cNvSpPr>
          <p:nvPr/>
        </p:nvSpPr>
        <p:spPr bwMode="auto">
          <a:xfrm>
            <a:off x="3460856" y="4615506"/>
            <a:ext cx="1474844" cy="593632"/>
          </a:xfrm>
          <a:prstGeom prst="rect">
            <a:avLst/>
          </a:prstGeom>
          <a:gradFill>
            <a:gsLst>
              <a:gs pos="0">
                <a:srgbClr val="6194C7"/>
              </a:gs>
              <a:gs pos="100000">
                <a:srgbClr val="A5C2DF"/>
              </a:gs>
            </a:gsLst>
          </a:gradFill>
          <a:ln w="25400">
            <a:solidFill>
              <a:srgbClr val="6194C7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74295" tIns="8890" rIns="74295" bIns="889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1000" b="1" dirty="0"/>
              <a:t>&lt;library&gt;</a:t>
            </a:r>
          </a:p>
          <a:p>
            <a:r>
              <a:rPr lang="en-US" altLang="ja-JP" sz="1799" b="1" dirty="0" err="1"/>
              <a:t>PaginationTag</a:t>
            </a:r>
            <a:endParaRPr lang="ja-JP" altLang="en-US" sz="1799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99" y="497937"/>
            <a:ext cx="1678181" cy="31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角丸四角形 1"/>
          <p:cNvSpPr/>
          <p:nvPr/>
        </p:nvSpPr>
        <p:spPr>
          <a:xfrm>
            <a:off x="6972748" y="1888562"/>
            <a:ext cx="1118838" cy="58313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 err="1"/>
              <a:t>Aricle</a:t>
            </a:r>
            <a:endParaRPr lang="en-US" altLang="ja-JP" sz="1200" b="1" dirty="0"/>
          </a:p>
          <a:p>
            <a:pPr algn="ctr"/>
            <a:r>
              <a:rPr lang="en-US" altLang="ja-JP" sz="1200" b="1" dirty="0"/>
              <a:t>Controller</a:t>
            </a:r>
            <a:endParaRPr lang="ja-JP" altLang="en-US" sz="1200" b="1" dirty="0"/>
          </a:p>
        </p:txBody>
      </p:sp>
      <p:cxnSp>
        <p:nvCxnSpPr>
          <p:cNvPr id="35" name="カギ線コネクタ 34"/>
          <p:cNvCxnSpPr>
            <a:stCxn id="24" idx="3"/>
            <a:endCxn id="2" idx="0"/>
          </p:cNvCxnSpPr>
          <p:nvPr/>
        </p:nvCxnSpPr>
        <p:spPr>
          <a:xfrm>
            <a:off x="5206382" y="1482218"/>
            <a:ext cx="2325786" cy="406344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カギ線コネクタ 34"/>
          <p:cNvCxnSpPr/>
          <p:nvPr/>
        </p:nvCxnSpPr>
        <p:spPr>
          <a:xfrm>
            <a:off x="8108234" y="2217303"/>
            <a:ext cx="12700" cy="1149575"/>
          </a:xfrm>
          <a:prstGeom prst="curvedConnector3">
            <a:avLst>
              <a:gd name="adj1" fmla="val 3087803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4" name="フローチャート : 書類 2063"/>
          <p:cNvSpPr/>
          <p:nvPr/>
        </p:nvSpPr>
        <p:spPr>
          <a:xfrm>
            <a:off x="3583252" y="3138474"/>
            <a:ext cx="1184952" cy="834792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799" dirty="0"/>
              <a:t>Article List</a:t>
            </a:r>
          </a:p>
          <a:p>
            <a:pPr algn="ctr"/>
            <a:r>
              <a:rPr lang="en-US" altLang="ja-JP" sz="1799" dirty="0"/>
              <a:t>JSP</a:t>
            </a:r>
            <a:endParaRPr lang="ja-JP" altLang="en-US" sz="1799" dirty="0"/>
          </a:p>
        </p:txBody>
      </p:sp>
      <p:sp>
        <p:nvSpPr>
          <p:cNvPr id="95" name="Rectangle 66"/>
          <p:cNvSpPr>
            <a:spLocks noChangeArrowheads="1"/>
          </p:cNvSpPr>
          <p:nvPr/>
        </p:nvSpPr>
        <p:spPr bwMode="auto">
          <a:xfrm>
            <a:off x="5741227" y="497937"/>
            <a:ext cx="1292245" cy="907738"/>
          </a:xfrm>
          <a:prstGeom prst="rect">
            <a:avLst/>
          </a:prstGeom>
          <a:gradFill>
            <a:gsLst>
              <a:gs pos="0">
                <a:srgbClr val="81A042"/>
              </a:gs>
              <a:gs pos="100000">
                <a:srgbClr val="BDD292"/>
              </a:gs>
            </a:gsLst>
          </a:gradFill>
          <a:ln w="25400">
            <a:solidFill>
              <a:schemeClr val="accent3">
                <a:lumMod val="75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74295" tIns="8890" rIns="74295" bIns="8890" numCol="1" anchor="t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1000" b="1" dirty="0"/>
              <a:t>&lt;Spring Data&gt;</a:t>
            </a:r>
          </a:p>
          <a:p>
            <a:pPr algn="ctr"/>
            <a:r>
              <a:rPr lang="en-US" altLang="ja-JP" sz="1400" b="1" dirty="0" err="1"/>
              <a:t>Pageable</a:t>
            </a:r>
            <a:endParaRPr lang="en-US" altLang="ja-JP" sz="1400" b="1" dirty="0"/>
          </a:p>
          <a:p>
            <a:pPr algn="ctr"/>
            <a:endParaRPr lang="en-US" altLang="ja-JP" sz="801" b="1" dirty="0"/>
          </a:p>
          <a:p>
            <a:pPr algn="ctr"/>
            <a:r>
              <a:rPr lang="en-US" altLang="ja-JP" sz="1200" b="1" dirty="0"/>
              <a:t>page = 0</a:t>
            </a:r>
          </a:p>
          <a:p>
            <a:pPr algn="ctr"/>
            <a:r>
              <a:rPr lang="en-US" altLang="ja-JP" sz="1200" b="1" dirty="0"/>
              <a:t>Size = 3</a:t>
            </a:r>
          </a:p>
        </p:txBody>
      </p:sp>
      <p:sp>
        <p:nvSpPr>
          <p:cNvPr id="96" name="角丸四角形 95"/>
          <p:cNvSpPr/>
          <p:nvPr/>
        </p:nvSpPr>
        <p:spPr>
          <a:xfrm>
            <a:off x="6972748" y="3280229"/>
            <a:ext cx="1118838" cy="530126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/>
              <a:t>Article</a:t>
            </a:r>
          </a:p>
          <a:p>
            <a:pPr algn="ctr"/>
            <a:r>
              <a:rPr lang="en-US" altLang="ja-JP" sz="1200" b="1" dirty="0"/>
              <a:t>Service</a:t>
            </a:r>
            <a:endParaRPr lang="ja-JP" altLang="en-US" sz="1200" b="1" dirty="0"/>
          </a:p>
        </p:txBody>
      </p:sp>
      <p:cxnSp>
        <p:nvCxnSpPr>
          <p:cNvPr id="100" name="カギ線コネクタ 99"/>
          <p:cNvCxnSpPr/>
          <p:nvPr/>
        </p:nvCxnSpPr>
        <p:spPr>
          <a:xfrm>
            <a:off x="7524733" y="2471700"/>
            <a:ext cx="0" cy="80853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カギ線コネクタ 118"/>
          <p:cNvCxnSpPr>
            <a:endCxn id="2064" idx="0"/>
          </p:cNvCxnSpPr>
          <p:nvPr/>
        </p:nvCxnSpPr>
        <p:spPr>
          <a:xfrm rot="10800000" flipV="1">
            <a:off x="4175728" y="1984244"/>
            <a:ext cx="2808524" cy="1154230"/>
          </a:xfrm>
          <a:prstGeom prst="curved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4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04212" y="2058086"/>
            <a:ext cx="3620470" cy="3982702"/>
          </a:xfrm>
          <a:prstGeom prst="rect">
            <a:avLst/>
          </a:prstGeom>
          <a:noFill/>
        </p:spPr>
      </p:pic>
      <p:sp>
        <p:nvSpPr>
          <p:cNvPr id="126" name="正方形/長方形 125"/>
          <p:cNvSpPr/>
          <p:nvPr/>
        </p:nvSpPr>
        <p:spPr>
          <a:xfrm>
            <a:off x="6088216" y="1436140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2400" dirty="0">
                <a:solidFill>
                  <a:schemeClr val="tx1"/>
                </a:solidFill>
              </a:rPr>
              <a:t>(2)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27" name="正方形/長方形 126"/>
          <p:cNvSpPr/>
          <p:nvPr/>
        </p:nvSpPr>
        <p:spPr>
          <a:xfrm>
            <a:off x="6997136" y="2551064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2400" dirty="0">
                <a:solidFill>
                  <a:schemeClr val="tx1"/>
                </a:solidFill>
              </a:rPr>
              <a:t>(3)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30" name="正方形/長方形 129"/>
          <p:cNvSpPr/>
          <p:nvPr/>
        </p:nvSpPr>
        <p:spPr>
          <a:xfrm>
            <a:off x="6130703" y="4329348"/>
            <a:ext cx="6239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2400" dirty="0">
                <a:solidFill>
                  <a:schemeClr val="tx1"/>
                </a:solidFill>
              </a:rPr>
              <a:t>(6)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32" name="角丸四角形 131"/>
          <p:cNvSpPr/>
          <p:nvPr/>
        </p:nvSpPr>
        <p:spPr>
          <a:xfrm>
            <a:off x="6995746" y="4618884"/>
            <a:ext cx="1118838" cy="53012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/>
              <a:t>Article</a:t>
            </a:r>
          </a:p>
          <a:p>
            <a:pPr algn="ctr"/>
            <a:r>
              <a:rPr lang="en-US" altLang="ja-JP" sz="1200" b="1" dirty="0" err="1"/>
              <a:t>Repositry</a:t>
            </a:r>
            <a:endParaRPr lang="ja-JP" altLang="en-US" sz="1200" b="1" dirty="0"/>
          </a:p>
        </p:txBody>
      </p:sp>
      <p:cxnSp>
        <p:nvCxnSpPr>
          <p:cNvPr id="133" name="カギ線コネクタ 34"/>
          <p:cNvCxnSpPr/>
          <p:nvPr/>
        </p:nvCxnSpPr>
        <p:spPr>
          <a:xfrm>
            <a:off x="8141458" y="3598657"/>
            <a:ext cx="12700" cy="1149575"/>
          </a:xfrm>
          <a:prstGeom prst="curvedConnector3">
            <a:avLst>
              <a:gd name="adj1" fmla="val 3029268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カギ線コネクタ 99"/>
          <p:cNvCxnSpPr/>
          <p:nvPr/>
        </p:nvCxnSpPr>
        <p:spPr>
          <a:xfrm>
            <a:off x="7532167" y="3810354"/>
            <a:ext cx="0" cy="80853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カギ線コネクタ 99"/>
          <p:cNvCxnSpPr>
            <a:stCxn id="132" idx="1"/>
            <a:endCxn id="2" idx="1"/>
          </p:cNvCxnSpPr>
          <p:nvPr/>
        </p:nvCxnSpPr>
        <p:spPr>
          <a:xfrm rot="10800000">
            <a:off x="6972749" y="2180131"/>
            <a:ext cx="22998" cy="2703816"/>
          </a:xfrm>
          <a:prstGeom prst="bentConnector3">
            <a:avLst>
              <a:gd name="adj1" fmla="val 4067915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3" name="表 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224847"/>
              </p:ext>
            </p:extLst>
          </p:nvPr>
        </p:nvGraphicFramePr>
        <p:xfrm>
          <a:off x="6964284" y="6668431"/>
          <a:ext cx="1234065" cy="1211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8299"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99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513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513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513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513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299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299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8299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65" name="カギ線コネクタ 99"/>
          <p:cNvCxnSpPr>
            <a:endCxn id="25" idx="0"/>
          </p:cNvCxnSpPr>
          <p:nvPr/>
        </p:nvCxnSpPr>
        <p:spPr>
          <a:xfrm>
            <a:off x="4198278" y="3902991"/>
            <a:ext cx="0" cy="712517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29" y="3444643"/>
            <a:ext cx="2022903" cy="378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8" name="表 1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976589"/>
              </p:ext>
            </p:extLst>
          </p:nvPr>
        </p:nvGraphicFramePr>
        <p:xfrm>
          <a:off x="460100" y="3881895"/>
          <a:ext cx="1948105" cy="684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9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4194"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927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194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194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25" y="4637397"/>
            <a:ext cx="2255055" cy="30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1" name="カギ線コネクタ 99"/>
          <p:cNvCxnSpPr>
            <a:stCxn id="2064" idx="1"/>
          </p:cNvCxnSpPr>
          <p:nvPr/>
        </p:nvCxnSpPr>
        <p:spPr>
          <a:xfrm flipH="1">
            <a:off x="2817536" y="3555870"/>
            <a:ext cx="76571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カギ線コネクタ 99"/>
          <p:cNvCxnSpPr>
            <a:stCxn id="132" idx="2"/>
          </p:cNvCxnSpPr>
          <p:nvPr/>
        </p:nvCxnSpPr>
        <p:spPr>
          <a:xfrm>
            <a:off x="7555166" y="5149009"/>
            <a:ext cx="13966" cy="165409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tangle 66"/>
          <p:cNvSpPr>
            <a:spLocks noChangeArrowheads="1"/>
          </p:cNvSpPr>
          <p:nvPr/>
        </p:nvSpPr>
        <p:spPr bwMode="auto">
          <a:xfrm>
            <a:off x="7827340" y="3966252"/>
            <a:ext cx="756884" cy="384644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4295" tIns="8890" rIns="74295" bIns="889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801" b="1" dirty="0"/>
              <a:t>&lt;Spring Data&gt;</a:t>
            </a:r>
          </a:p>
          <a:p>
            <a:pPr algn="ctr"/>
            <a:r>
              <a:rPr lang="en-US" altLang="ja-JP" sz="1000" b="1" dirty="0" err="1"/>
              <a:t>Pageable</a:t>
            </a:r>
            <a:endParaRPr lang="ja-JP" altLang="en-US" sz="1000" b="1" dirty="0"/>
          </a:p>
        </p:txBody>
      </p:sp>
      <p:sp>
        <p:nvSpPr>
          <p:cNvPr id="194" name="Rectangle 66"/>
          <p:cNvSpPr>
            <a:spLocks noChangeArrowheads="1"/>
          </p:cNvSpPr>
          <p:nvPr/>
        </p:nvSpPr>
        <p:spPr bwMode="auto">
          <a:xfrm>
            <a:off x="7827340" y="2599766"/>
            <a:ext cx="756884" cy="384644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4295" tIns="8890" rIns="74295" bIns="889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801" b="1" dirty="0"/>
              <a:t>&lt;Spring Data&gt;</a:t>
            </a:r>
          </a:p>
          <a:p>
            <a:pPr algn="ctr"/>
            <a:r>
              <a:rPr lang="en-US" altLang="ja-JP" sz="1000" b="1" dirty="0" err="1"/>
              <a:t>Pageable</a:t>
            </a:r>
            <a:endParaRPr lang="ja-JP" altLang="en-US" sz="1000" b="1" dirty="0"/>
          </a:p>
        </p:txBody>
      </p:sp>
      <p:sp>
        <p:nvSpPr>
          <p:cNvPr id="196" name="正方形/長方形 195"/>
          <p:cNvSpPr/>
          <p:nvPr/>
        </p:nvSpPr>
        <p:spPr>
          <a:xfrm>
            <a:off x="7019438" y="3915325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2400" dirty="0">
                <a:solidFill>
                  <a:schemeClr val="tx1"/>
                </a:solidFill>
              </a:rPr>
              <a:t>(4)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97" name="正方形/長方形 196"/>
          <p:cNvSpPr/>
          <p:nvPr/>
        </p:nvSpPr>
        <p:spPr>
          <a:xfrm>
            <a:off x="7956217" y="5135484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2400" dirty="0">
                <a:solidFill>
                  <a:schemeClr val="tx1"/>
                </a:solidFill>
              </a:rPr>
              <a:t>(5)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98" name="正方形/長方形 197"/>
          <p:cNvSpPr/>
          <p:nvPr/>
        </p:nvSpPr>
        <p:spPr>
          <a:xfrm>
            <a:off x="5062517" y="2255997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2400" dirty="0">
                <a:solidFill>
                  <a:schemeClr val="tx1"/>
                </a:solidFill>
              </a:rPr>
              <a:t>(7)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99" name="正方形/長方形 198"/>
          <p:cNvSpPr/>
          <p:nvPr/>
        </p:nvSpPr>
        <p:spPr>
          <a:xfrm>
            <a:off x="4206896" y="3934590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2400" dirty="0">
                <a:solidFill>
                  <a:schemeClr val="tx1"/>
                </a:solidFill>
              </a:rPr>
              <a:t>(8)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201" name="正方形/長方形 200"/>
          <p:cNvSpPr/>
          <p:nvPr/>
        </p:nvSpPr>
        <p:spPr>
          <a:xfrm>
            <a:off x="2974241" y="3039513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2400" dirty="0">
                <a:solidFill>
                  <a:schemeClr val="tx1"/>
                </a:solidFill>
              </a:rPr>
              <a:t>(9)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210" name="Rectangle 66"/>
          <p:cNvSpPr>
            <a:spLocks noChangeArrowheads="1"/>
          </p:cNvSpPr>
          <p:nvPr/>
        </p:nvSpPr>
        <p:spPr bwMode="auto">
          <a:xfrm>
            <a:off x="5122621" y="2792088"/>
            <a:ext cx="1650689" cy="1380230"/>
          </a:xfrm>
          <a:prstGeom prst="rect">
            <a:avLst/>
          </a:prstGeom>
          <a:gradFill>
            <a:gsLst>
              <a:gs pos="0">
                <a:srgbClr val="81A042"/>
              </a:gs>
              <a:gs pos="100000">
                <a:srgbClr val="BDD292"/>
              </a:gs>
            </a:gsLst>
          </a:gradFill>
          <a:ln w="25400">
            <a:solidFill>
              <a:schemeClr val="accent3">
                <a:lumMod val="75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74295" tIns="8890" rIns="74295" bIns="8890" numCol="1" anchor="t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1000" b="1" dirty="0"/>
              <a:t>&lt;Spring Data&gt;</a:t>
            </a:r>
          </a:p>
          <a:p>
            <a:pPr algn="ctr"/>
            <a:r>
              <a:rPr lang="en-US" altLang="ja-JP" sz="1400" b="1" dirty="0"/>
              <a:t>Page</a:t>
            </a:r>
          </a:p>
          <a:p>
            <a:pPr algn="ctr"/>
            <a:endParaRPr lang="en-US" altLang="ja-JP" sz="801" b="1" dirty="0"/>
          </a:p>
          <a:p>
            <a:pPr algn="ctr"/>
            <a:r>
              <a:rPr lang="en-US" altLang="ja-JP" sz="1200" b="1" dirty="0" err="1"/>
              <a:t>totalElements</a:t>
            </a:r>
            <a:r>
              <a:rPr lang="en-US" altLang="ja-JP" sz="1200" b="1" dirty="0"/>
              <a:t> = 18</a:t>
            </a:r>
          </a:p>
        </p:txBody>
      </p:sp>
      <p:sp>
        <p:nvSpPr>
          <p:cNvPr id="211" name="Rectangle 66"/>
          <p:cNvSpPr>
            <a:spLocks noChangeArrowheads="1"/>
          </p:cNvSpPr>
          <p:nvPr/>
        </p:nvSpPr>
        <p:spPr bwMode="auto">
          <a:xfrm>
            <a:off x="5206382" y="3616330"/>
            <a:ext cx="756884" cy="384644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4295" tIns="8890" rIns="74295" bIns="889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801" b="1" dirty="0"/>
              <a:t>&lt;Spring Data&gt;</a:t>
            </a:r>
          </a:p>
          <a:p>
            <a:pPr algn="ctr"/>
            <a:r>
              <a:rPr lang="en-US" altLang="ja-JP" sz="1000" b="1" dirty="0" err="1"/>
              <a:t>Pageable</a:t>
            </a:r>
            <a:endParaRPr lang="ja-JP" altLang="en-US" sz="1000" b="1" dirty="0"/>
          </a:p>
        </p:txBody>
      </p:sp>
      <p:sp>
        <p:nvSpPr>
          <p:cNvPr id="212" name="フリーフォーム 211"/>
          <p:cNvSpPr/>
          <p:nvPr/>
        </p:nvSpPr>
        <p:spPr>
          <a:xfrm>
            <a:off x="4740678" y="4110567"/>
            <a:ext cx="709844" cy="683782"/>
          </a:xfrm>
          <a:custGeom>
            <a:avLst/>
            <a:gdLst>
              <a:gd name="connsiteX0" fmla="*/ 0 w 716125"/>
              <a:gd name="connsiteY0" fmla="*/ 596230 h 796952"/>
              <a:gd name="connsiteX1" fmla="*/ 475786 w 716125"/>
              <a:gd name="connsiteY1" fmla="*/ 90708 h 796952"/>
              <a:gd name="connsiteX2" fmla="*/ 706244 w 716125"/>
              <a:gd name="connsiteY2" fmla="*/ 68406 h 796952"/>
              <a:gd name="connsiteX3" fmla="*/ 163551 w 716125"/>
              <a:gd name="connsiteY3" fmla="*/ 796952 h 796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6125" h="796952">
                <a:moveTo>
                  <a:pt x="0" y="596230"/>
                </a:moveTo>
                <a:cubicBezTo>
                  <a:pt x="179039" y="387454"/>
                  <a:pt x="358079" y="178679"/>
                  <a:pt x="475786" y="90708"/>
                </a:cubicBezTo>
                <a:cubicBezTo>
                  <a:pt x="593493" y="2737"/>
                  <a:pt x="758283" y="-49301"/>
                  <a:pt x="706244" y="68406"/>
                </a:cubicBezTo>
                <a:cubicBezTo>
                  <a:pt x="654205" y="186113"/>
                  <a:pt x="408878" y="491532"/>
                  <a:pt x="163551" y="796952"/>
                </a:cubicBezTo>
              </a:path>
            </a:pathLst>
          </a:custGeom>
          <a:noFill/>
          <a:ln w="158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13" name="フリーフォーム 212"/>
          <p:cNvSpPr/>
          <p:nvPr/>
        </p:nvSpPr>
        <p:spPr>
          <a:xfrm rot="2760000">
            <a:off x="4701120" y="3275433"/>
            <a:ext cx="502772" cy="485750"/>
          </a:xfrm>
          <a:custGeom>
            <a:avLst/>
            <a:gdLst>
              <a:gd name="connsiteX0" fmla="*/ 0 w 716125"/>
              <a:gd name="connsiteY0" fmla="*/ 596230 h 796952"/>
              <a:gd name="connsiteX1" fmla="*/ 475786 w 716125"/>
              <a:gd name="connsiteY1" fmla="*/ 90708 h 796952"/>
              <a:gd name="connsiteX2" fmla="*/ 706244 w 716125"/>
              <a:gd name="connsiteY2" fmla="*/ 68406 h 796952"/>
              <a:gd name="connsiteX3" fmla="*/ 163551 w 716125"/>
              <a:gd name="connsiteY3" fmla="*/ 796952 h 796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6125" h="796952">
                <a:moveTo>
                  <a:pt x="0" y="596230"/>
                </a:moveTo>
                <a:cubicBezTo>
                  <a:pt x="179039" y="387454"/>
                  <a:pt x="358079" y="178679"/>
                  <a:pt x="475786" y="90708"/>
                </a:cubicBezTo>
                <a:cubicBezTo>
                  <a:pt x="593493" y="2737"/>
                  <a:pt x="758283" y="-49301"/>
                  <a:pt x="706244" y="68406"/>
                </a:cubicBezTo>
                <a:cubicBezTo>
                  <a:pt x="654205" y="186113"/>
                  <a:pt x="408878" y="491532"/>
                  <a:pt x="163551" y="796952"/>
                </a:cubicBezTo>
              </a:path>
            </a:pathLst>
          </a:custGeom>
          <a:noFill/>
          <a:ln w="158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15" name="角丸四角形 214"/>
          <p:cNvSpPr/>
          <p:nvPr/>
        </p:nvSpPr>
        <p:spPr>
          <a:xfrm>
            <a:off x="6069350" y="3611130"/>
            <a:ext cx="513292" cy="25739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1" b="1" dirty="0"/>
              <a:t>Article</a:t>
            </a:r>
          </a:p>
        </p:txBody>
      </p:sp>
      <p:sp>
        <p:nvSpPr>
          <p:cNvPr id="216" name="角丸四角形 215"/>
          <p:cNvSpPr/>
          <p:nvPr/>
        </p:nvSpPr>
        <p:spPr>
          <a:xfrm>
            <a:off x="6130703" y="3693570"/>
            <a:ext cx="513292" cy="25739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1" b="1" dirty="0"/>
              <a:t>Article</a:t>
            </a:r>
          </a:p>
        </p:txBody>
      </p:sp>
      <p:sp>
        <p:nvSpPr>
          <p:cNvPr id="217" name="角丸四角形 216"/>
          <p:cNvSpPr/>
          <p:nvPr/>
        </p:nvSpPr>
        <p:spPr>
          <a:xfrm>
            <a:off x="6198916" y="3768419"/>
            <a:ext cx="513292" cy="25739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1" b="1" dirty="0"/>
              <a:t>Article</a:t>
            </a:r>
          </a:p>
        </p:txBody>
      </p:sp>
      <p:sp>
        <p:nvSpPr>
          <p:cNvPr id="226" name="角丸四角形 225"/>
          <p:cNvSpPr/>
          <p:nvPr/>
        </p:nvSpPr>
        <p:spPr>
          <a:xfrm>
            <a:off x="7026056" y="5792121"/>
            <a:ext cx="949965" cy="55696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1" b="1" dirty="0"/>
              <a:t>Article</a:t>
            </a:r>
          </a:p>
        </p:txBody>
      </p:sp>
      <p:sp>
        <p:nvSpPr>
          <p:cNvPr id="227" name="角丸四角形 226"/>
          <p:cNvSpPr/>
          <p:nvPr/>
        </p:nvSpPr>
        <p:spPr>
          <a:xfrm>
            <a:off x="7087410" y="5874560"/>
            <a:ext cx="949965" cy="55696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1" b="1" dirty="0"/>
              <a:t>Article</a:t>
            </a:r>
          </a:p>
        </p:txBody>
      </p:sp>
      <p:sp>
        <p:nvSpPr>
          <p:cNvPr id="228" name="角丸四角形 227"/>
          <p:cNvSpPr/>
          <p:nvPr/>
        </p:nvSpPr>
        <p:spPr>
          <a:xfrm>
            <a:off x="7155623" y="5949410"/>
            <a:ext cx="949965" cy="55696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799" b="1" dirty="0"/>
              <a:t>Article</a:t>
            </a:r>
          </a:p>
        </p:txBody>
      </p:sp>
      <p:cxnSp>
        <p:nvCxnSpPr>
          <p:cNvPr id="232" name="カギ線コネクタ 231"/>
          <p:cNvCxnSpPr/>
          <p:nvPr/>
        </p:nvCxnSpPr>
        <p:spPr>
          <a:xfrm rot="16200000" flipH="1">
            <a:off x="1945223" y="4304511"/>
            <a:ext cx="1206523" cy="243592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正方形/長方形 237"/>
          <p:cNvSpPr/>
          <p:nvPr/>
        </p:nvSpPr>
        <p:spPr>
          <a:xfrm>
            <a:off x="957804" y="6200103"/>
            <a:ext cx="2625447" cy="369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600" dirty="0">
                <a:solidFill>
                  <a:schemeClr val="tx1"/>
                </a:solidFill>
              </a:rPr>
              <a:t>?page=2&amp;size=3&amp;word=title</a:t>
            </a:r>
            <a:endParaRPr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241" name="正方形/長方形 240"/>
          <p:cNvSpPr/>
          <p:nvPr/>
        </p:nvSpPr>
        <p:spPr>
          <a:xfrm>
            <a:off x="2631270" y="5565566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2400" dirty="0">
                <a:solidFill>
                  <a:schemeClr val="tx1"/>
                </a:solidFill>
              </a:rPr>
              <a:t>(10)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83" name="円/楕円 182"/>
          <p:cNvSpPr/>
          <p:nvPr/>
        </p:nvSpPr>
        <p:spPr>
          <a:xfrm>
            <a:off x="6956194" y="5403529"/>
            <a:ext cx="1158391" cy="428803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/>
              <a:t>Total</a:t>
            </a:r>
          </a:p>
          <a:p>
            <a:pPr algn="ctr"/>
            <a:r>
              <a:rPr lang="en-US" altLang="ja-JP" sz="1200" b="1" dirty="0"/>
              <a:t>Elements</a:t>
            </a:r>
            <a:endParaRPr lang="ja-JP" altLang="en-US" sz="1200" b="1" dirty="0"/>
          </a:p>
        </p:txBody>
      </p:sp>
      <p:sp>
        <p:nvSpPr>
          <p:cNvPr id="266" name="AutoShape 59"/>
          <p:cNvSpPr>
            <a:spLocks noChangeArrowheads="1"/>
          </p:cNvSpPr>
          <p:nvPr/>
        </p:nvSpPr>
        <p:spPr bwMode="auto">
          <a:xfrm>
            <a:off x="5320650" y="6668430"/>
            <a:ext cx="1590373" cy="1082358"/>
          </a:xfrm>
          <a:prstGeom prst="flowChartMagneticDisk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algn="ctr" defTabSz="914372"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799" dirty="0">
                <a:solidFill>
                  <a:schemeClr val="bg1"/>
                </a:solidFill>
                <a:latin typeface="Arial" pitchFamily="34" charset="0"/>
                <a:ea typeface="ＭＳ Ｐゴシック" pitchFamily="50" charset="-128"/>
                <a:cs typeface="ＭＳ Ｐゴシック" pitchFamily="50" charset="-128"/>
              </a:rPr>
              <a:t>Database</a:t>
            </a:r>
            <a:endParaRPr lang="ja-JP" altLang="en-US" sz="1799" dirty="0">
              <a:solidFill>
                <a:schemeClr val="bg1"/>
              </a:solidFill>
              <a:latin typeface="Arial" pitchFamily="34" charset="0"/>
              <a:ea typeface="ＭＳ Ｐゴシック" pitchFamily="50" charset="-128"/>
              <a:cs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2534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45286" y="-497044"/>
            <a:ext cx="2542025" cy="2633339"/>
          </a:xfrm>
          <a:prstGeom prst="rect">
            <a:avLst/>
          </a:prstGeom>
          <a:noFill/>
        </p:spPr>
      </p:pic>
      <p:sp>
        <p:nvSpPr>
          <p:cNvPr id="5" name="Rectangle 66"/>
          <p:cNvSpPr>
            <a:spLocks noChangeArrowheads="1"/>
          </p:cNvSpPr>
          <p:nvPr/>
        </p:nvSpPr>
        <p:spPr bwMode="auto">
          <a:xfrm>
            <a:off x="3020201" y="154951"/>
            <a:ext cx="5554017" cy="6424270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Server</a:t>
            </a:r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543461" y="1614468"/>
            <a:ext cx="2762845" cy="369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600" dirty="0">
                <a:solidFill>
                  <a:schemeClr val="tx1"/>
                </a:solidFill>
              </a:rPr>
              <a:t>?page=0&amp;</a:t>
            </a:r>
            <a:r>
              <a:rPr kumimoji="1" lang="en-US" altLang="ja-JP" sz="1600" dirty="0">
                <a:solidFill>
                  <a:schemeClr val="tx1"/>
                </a:solidFill>
              </a:rPr>
              <a:t>size=3&amp;word=title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18" name="カギ線コネクタ 17"/>
          <p:cNvCxnSpPr>
            <a:endCxn id="24" idx="1"/>
          </p:cNvCxnSpPr>
          <p:nvPr/>
        </p:nvCxnSpPr>
        <p:spPr>
          <a:xfrm>
            <a:off x="1712933" y="805110"/>
            <a:ext cx="1503325" cy="677108"/>
          </a:xfrm>
          <a:prstGeom prst="bentConnector3">
            <a:avLst>
              <a:gd name="adj1" fmla="val 761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66"/>
          <p:cNvSpPr>
            <a:spLocks noChangeArrowheads="1"/>
          </p:cNvSpPr>
          <p:nvPr/>
        </p:nvSpPr>
        <p:spPr bwMode="auto">
          <a:xfrm>
            <a:off x="3216258" y="878527"/>
            <a:ext cx="1990123" cy="1207381"/>
          </a:xfrm>
          <a:prstGeom prst="rect">
            <a:avLst/>
          </a:prstGeom>
          <a:gradFill>
            <a:gsLst>
              <a:gs pos="0">
                <a:srgbClr val="81A042"/>
              </a:gs>
              <a:gs pos="100000">
                <a:srgbClr val="BDD292"/>
              </a:gs>
            </a:gsLst>
          </a:gradFill>
          <a:ln w="25400">
            <a:solidFill>
              <a:schemeClr val="accent3">
                <a:lumMod val="75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74295" tIns="8890" rIns="74295" bIns="889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1000" b="1" dirty="0"/>
              <a:t>&lt;Spring Data&gt;</a:t>
            </a:r>
          </a:p>
          <a:p>
            <a:pPr algn="ctr"/>
            <a:r>
              <a:rPr lang="en-US" altLang="ja-JP" b="1" dirty="0" err="1"/>
              <a:t>Pageable</a:t>
            </a:r>
            <a:endParaRPr lang="en-US" altLang="ja-JP" b="1" dirty="0"/>
          </a:p>
          <a:p>
            <a:pPr algn="ctr"/>
            <a:r>
              <a:rPr lang="en-US" altLang="ja-JP" b="1" dirty="0" err="1"/>
              <a:t>HandlerMethod</a:t>
            </a:r>
            <a:endParaRPr lang="en-US" altLang="ja-JP" b="1" dirty="0"/>
          </a:p>
          <a:p>
            <a:pPr algn="ctr"/>
            <a:r>
              <a:rPr lang="en-US" altLang="ja-JP" b="1" dirty="0" err="1"/>
              <a:t>ArgumentResolver</a:t>
            </a:r>
            <a:endParaRPr lang="ja-JP" altLang="en-US" b="1" dirty="0"/>
          </a:p>
        </p:txBody>
      </p:sp>
      <p:sp>
        <p:nvSpPr>
          <p:cNvPr id="44" name="正方形/長方形 43"/>
          <p:cNvSpPr/>
          <p:nvPr/>
        </p:nvSpPr>
        <p:spPr>
          <a:xfrm>
            <a:off x="2198231" y="1041742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2400" dirty="0">
                <a:solidFill>
                  <a:schemeClr val="tx1"/>
                </a:solidFill>
              </a:rPr>
              <a:t>(1)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99" y="497936"/>
            <a:ext cx="1678181" cy="314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角丸四角形 1"/>
          <p:cNvSpPr/>
          <p:nvPr/>
        </p:nvSpPr>
        <p:spPr>
          <a:xfrm>
            <a:off x="6972748" y="1888562"/>
            <a:ext cx="1118838" cy="58313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 err="1"/>
              <a:t>Aricle</a:t>
            </a:r>
            <a:endParaRPr lang="en-US" altLang="ja-JP" sz="1200" b="1" dirty="0"/>
          </a:p>
          <a:p>
            <a:pPr algn="ctr"/>
            <a:r>
              <a:rPr lang="en-US" altLang="ja-JP" sz="1200" b="1" dirty="0"/>
              <a:t>Controller</a:t>
            </a:r>
            <a:endParaRPr lang="ja-JP" altLang="en-US" sz="1200" b="1" dirty="0"/>
          </a:p>
        </p:txBody>
      </p:sp>
      <p:cxnSp>
        <p:nvCxnSpPr>
          <p:cNvPr id="35" name="カギ線コネクタ 34"/>
          <p:cNvCxnSpPr>
            <a:stCxn id="24" idx="3"/>
            <a:endCxn id="2" idx="0"/>
          </p:cNvCxnSpPr>
          <p:nvPr/>
        </p:nvCxnSpPr>
        <p:spPr>
          <a:xfrm>
            <a:off x="5206381" y="1482218"/>
            <a:ext cx="2325786" cy="406344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カギ線コネクタ 34"/>
          <p:cNvCxnSpPr/>
          <p:nvPr/>
        </p:nvCxnSpPr>
        <p:spPr>
          <a:xfrm>
            <a:off x="8108234" y="2217301"/>
            <a:ext cx="12700" cy="1149575"/>
          </a:xfrm>
          <a:prstGeom prst="curvedConnector3">
            <a:avLst>
              <a:gd name="adj1" fmla="val 3087803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4" name="フローチャート : 書類 2063"/>
          <p:cNvSpPr/>
          <p:nvPr/>
        </p:nvSpPr>
        <p:spPr>
          <a:xfrm>
            <a:off x="3583252" y="3138474"/>
            <a:ext cx="1184951" cy="834792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Article List</a:t>
            </a:r>
          </a:p>
          <a:p>
            <a:pPr algn="ctr"/>
            <a:r>
              <a:rPr lang="en-US" altLang="ja-JP" sz="1400" dirty="0"/>
              <a:t>Template HTML</a:t>
            </a:r>
            <a:endParaRPr kumimoji="1" lang="ja-JP" altLang="en-US" dirty="0"/>
          </a:p>
        </p:txBody>
      </p:sp>
      <p:sp>
        <p:nvSpPr>
          <p:cNvPr id="95" name="Rectangle 66"/>
          <p:cNvSpPr>
            <a:spLocks noChangeArrowheads="1"/>
          </p:cNvSpPr>
          <p:nvPr/>
        </p:nvSpPr>
        <p:spPr bwMode="auto">
          <a:xfrm>
            <a:off x="5741226" y="497936"/>
            <a:ext cx="1292245" cy="907737"/>
          </a:xfrm>
          <a:prstGeom prst="rect">
            <a:avLst/>
          </a:prstGeom>
          <a:gradFill>
            <a:gsLst>
              <a:gs pos="0">
                <a:srgbClr val="81A042"/>
              </a:gs>
              <a:gs pos="100000">
                <a:srgbClr val="BDD292"/>
              </a:gs>
            </a:gsLst>
          </a:gradFill>
          <a:ln w="25400">
            <a:solidFill>
              <a:schemeClr val="accent3">
                <a:lumMod val="75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74295" tIns="8890" rIns="74295" bIns="8890" numCol="1" anchor="t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1000" b="1" dirty="0"/>
              <a:t>&lt;Spring Data&gt;</a:t>
            </a:r>
          </a:p>
          <a:p>
            <a:pPr algn="ctr"/>
            <a:r>
              <a:rPr lang="en-US" altLang="ja-JP" sz="1400" b="1" dirty="0" err="1"/>
              <a:t>Pageable</a:t>
            </a:r>
            <a:endParaRPr lang="en-US" altLang="ja-JP" sz="1400" b="1" dirty="0"/>
          </a:p>
          <a:p>
            <a:pPr algn="ctr"/>
            <a:endParaRPr lang="en-US" altLang="ja-JP" sz="800" b="1" dirty="0"/>
          </a:p>
          <a:p>
            <a:pPr algn="ctr"/>
            <a:r>
              <a:rPr lang="en-US" altLang="ja-JP" sz="1200" b="1" dirty="0"/>
              <a:t>page = 0</a:t>
            </a:r>
          </a:p>
          <a:p>
            <a:pPr algn="ctr"/>
            <a:r>
              <a:rPr lang="en-US" altLang="ja-JP" sz="1200" b="1" dirty="0"/>
              <a:t>Size = 3</a:t>
            </a:r>
          </a:p>
        </p:txBody>
      </p:sp>
      <p:sp>
        <p:nvSpPr>
          <p:cNvPr id="96" name="角丸四角形 95"/>
          <p:cNvSpPr/>
          <p:nvPr/>
        </p:nvSpPr>
        <p:spPr>
          <a:xfrm>
            <a:off x="6972748" y="3280229"/>
            <a:ext cx="1118838" cy="53012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/>
              <a:t>Article</a:t>
            </a:r>
          </a:p>
          <a:p>
            <a:pPr algn="ctr"/>
            <a:r>
              <a:rPr lang="en-US" altLang="ja-JP" sz="1200" b="1" dirty="0"/>
              <a:t>Service</a:t>
            </a:r>
            <a:endParaRPr lang="ja-JP" altLang="en-US" sz="1200" b="1" dirty="0"/>
          </a:p>
        </p:txBody>
      </p:sp>
      <p:cxnSp>
        <p:nvCxnSpPr>
          <p:cNvPr id="100" name="カギ線コネクタ 99"/>
          <p:cNvCxnSpPr/>
          <p:nvPr/>
        </p:nvCxnSpPr>
        <p:spPr>
          <a:xfrm>
            <a:off x="7524733" y="2471699"/>
            <a:ext cx="0" cy="80853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カギ線コネクタ 118"/>
          <p:cNvCxnSpPr>
            <a:endCxn id="2064" idx="0"/>
          </p:cNvCxnSpPr>
          <p:nvPr/>
        </p:nvCxnSpPr>
        <p:spPr>
          <a:xfrm rot="10800000" flipV="1">
            <a:off x="4175728" y="1984244"/>
            <a:ext cx="2808524" cy="1154230"/>
          </a:xfrm>
          <a:prstGeom prst="curved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4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04212" y="2058086"/>
            <a:ext cx="3620470" cy="3982702"/>
          </a:xfrm>
          <a:prstGeom prst="rect">
            <a:avLst/>
          </a:prstGeom>
          <a:noFill/>
        </p:spPr>
      </p:pic>
      <p:sp>
        <p:nvSpPr>
          <p:cNvPr id="126" name="正方形/長方形 125"/>
          <p:cNvSpPr/>
          <p:nvPr/>
        </p:nvSpPr>
        <p:spPr>
          <a:xfrm>
            <a:off x="6088215" y="1436139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2400" dirty="0">
                <a:solidFill>
                  <a:schemeClr val="tx1"/>
                </a:solidFill>
              </a:rPr>
              <a:t>(2)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27" name="正方形/長方形 126"/>
          <p:cNvSpPr/>
          <p:nvPr/>
        </p:nvSpPr>
        <p:spPr>
          <a:xfrm>
            <a:off x="6997135" y="2551063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2400" dirty="0">
                <a:solidFill>
                  <a:schemeClr val="tx1"/>
                </a:solidFill>
              </a:rPr>
              <a:t>(3)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30" name="正方形/長方形 129"/>
          <p:cNvSpPr/>
          <p:nvPr/>
        </p:nvSpPr>
        <p:spPr>
          <a:xfrm>
            <a:off x="6130703" y="4329347"/>
            <a:ext cx="6239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2400" dirty="0">
                <a:solidFill>
                  <a:schemeClr val="tx1"/>
                </a:solidFill>
              </a:rPr>
              <a:t>(6)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32" name="角丸四角形 131"/>
          <p:cNvSpPr/>
          <p:nvPr/>
        </p:nvSpPr>
        <p:spPr>
          <a:xfrm>
            <a:off x="6995746" y="4618884"/>
            <a:ext cx="1118838" cy="53012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/>
              <a:t>Article</a:t>
            </a:r>
          </a:p>
          <a:p>
            <a:pPr algn="ctr"/>
            <a:r>
              <a:rPr lang="en-US" altLang="ja-JP" sz="1200" b="1" dirty="0" err="1"/>
              <a:t>Repositry</a:t>
            </a:r>
            <a:endParaRPr lang="ja-JP" altLang="en-US" sz="1200" b="1" dirty="0"/>
          </a:p>
        </p:txBody>
      </p:sp>
      <p:cxnSp>
        <p:nvCxnSpPr>
          <p:cNvPr id="133" name="カギ線コネクタ 34"/>
          <p:cNvCxnSpPr/>
          <p:nvPr/>
        </p:nvCxnSpPr>
        <p:spPr>
          <a:xfrm>
            <a:off x="8141458" y="3598655"/>
            <a:ext cx="12700" cy="1149575"/>
          </a:xfrm>
          <a:prstGeom prst="curvedConnector3">
            <a:avLst>
              <a:gd name="adj1" fmla="val 3029268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カギ線コネクタ 99"/>
          <p:cNvCxnSpPr/>
          <p:nvPr/>
        </p:nvCxnSpPr>
        <p:spPr>
          <a:xfrm>
            <a:off x="7532167" y="3810354"/>
            <a:ext cx="0" cy="80853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カギ線コネクタ 99"/>
          <p:cNvCxnSpPr>
            <a:stCxn id="132" idx="1"/>
            <a:endCxn id="2" idx="1"/>
          </p:cNvCxnSpPr>
          <p:nvPr/>
        </p:nvCxnSpPr>
        <p:spPr>
          <a:xfrm rot="10800000">
            <a:off x="6972748" y="2180131"/>
            <a:ext cx="22998" cy="2703816"/>
          </a:xfrm>
          <a:prstGeom prst="bentConnector3">
            <a:avLst>
              <a:gd name="adj1" fmla="val 4067915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3" name="表 142"/>
          <p:cNvGraphicFramePr>
            <a:graphicFrameLocks noGrp="1"/>
          </p:cNvGraphicFramePr>
          <p:nvPr/>
        </p:nvGraphicFramePr>
        <p:xfrm>
          <a:off x="6964283" y="6668430"/>
          <a:ext cx="1234065" cy="1180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738"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512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512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512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512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6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29" y="3444643"/>
            <a:ext cx="2022903" cy="378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8" name="表 167"/>
          <p:cNvGraphicFramePr>
            <a:graphicFrameLocks noGrp="1"/>
          </p:cNvGraphicFramePr>
          <p:nvPr/>
        </p:nvGraphicFramePr>
        <p:xfrm>
          <a:off x="460098" y="3881895"/>
          <a:ext cx="1948105" cy="684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9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4195"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927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195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195"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23" y="4637396"/>
            <a:ext cx="2255055" cy="30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1" name="カギ線コネクタ 99"/>
          <p:cNvCxnSpPr>
            <a:stCxn id="2064" idx="1"/>
          </p:cNvCxnSpPr>
          <p:nvPr/>
        </p:nvCxnSpPr>
        <p:spPr>
          <a:xfrm flipH="1">
            <a:off x="2817536" y="3555870"/>
            <a:ext cx="76571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カギ線コネクタ 99"/>
          <p:cNvCxnSpPr>
            <a:stCxn id="132" idx="2"/>
          </p:cNvCxnSpPr>
          <p:nvPr/>
        </p:nvCxnSpPr>
        <p:spPr>
          <a:xfrm>
            <a:off x="7555165" y="5149009"/>
            <a:ext cx="13966" cy="165409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tangle 66"/>
          <p:cNvSpPr>
            <a:spLocks noChangeArrowheads="1"/>
          </p:cNvSpPr>
          <p:nvPr/>
        </p:nvSpPr>
        <p:spPr bwMode="auto">
          <a:xfrm>
            <a:off x="7827340" y="3966252"/>
            <a:ext cx="756884" cy="384644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4295" tIns="8890" rIns="74295" bIns="889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800" b="1" dirty="0"/>
              <a:t>&lt;Spring Data&gt;</a:t>
            </a:r>
          </a:p>
          <a:p>
            <a:pPr algn="ctr"/>
            <a:r>
              <a:rPr lang="en-US" altLang="ja-JP" sz="1000" b="1" dirty="0" err="1"/>
              <a:t>Pageable</a:t>
            </a:r>
            <a:endParaRPr lang="ja-JP" altLang="en-US" sz="1000" b="1" dirty="0"/>
          </a:p>
        </p:txBody>
      </p:sp>
      <p:sp>
        <p:nvSpPr>
          <p:cNvPr id="194" name="Rectangle 66"/>
          <p:cNvSpPr>
            <a:spLocks noChangeArrowheads="1"/>
          </p:cNvSpPr>
          <p:nvPr/>
        </p:nvSpPr>
        <p:spPr bwMode="auto">
          <a:xfrm>
            <a:off x="7827340" y="2599766"/>
            <a:ext cx="756884" cy="384644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4295" tIns="8890" rIns="74295" bIns="889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800" b="1" dirty="0"/>
              <a:t>&lt;Spring Data&gt;</a:t>
            </a:r>
          </a:p>
          <a:p>
            <a:pPr algn="ctr"/>
            <a:r>
              <a:rPr lang="en-US" altLang="ja-JP" sz="1000" b="1" dirty="0" err="1"/>
              <a:t>Pageable</a:t>
            </a:r>
            <a:endParaRPr lang="ja-JP" altLang="en-US" sz="1000" b="1" dirty="0"/>
          </a:p>
        </p:txBody>
      </p:sp>
      <p:sp>
        <p:nvSpPr>
          <p:cNvPr id="196" name="正方形/長方形 195"/>
          <p:cNvSpPr/>
          <p:nvPr/>
        </p:nvSpPr>
        <p:spPr>
          <a:xfrm>
            <a:off x="7019437" y="3915323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2400" dirty="0">
                <a:solidFill>
                  <a:schemeClr val="tx1"/>
                </a:solidFill>
              </a:rPr>
              <a:t>(4)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97" name="正方形/長方形 196"/>
          <p:cNvSpPr/>
          <p:nvPr/>
        </p:nvSpPr>
        <p:spPr>
          <a:xfrm>
            <a:off x="7956216" y="5135483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2400" dirty="0">
                <a:solidFill>
                  <a:schemeClr val="tx1"/>
                </a:solidFill>
              </a:rPr>
              <a:t>(5)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98" name="正方形/長方形 197"/>
          <p:cNvSpPr/>
          <p:nvPr/>
        </p:nvSpPr>
        <p:spPr>
          <a:xfrm>
            <a:off x="5062516" y="2255996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2400" dirty="0">
                <a:solidFill>
                  <a:schemeClr val="tx1"/>
                </a:solidFill>
              </a:rPr>
              <a:t>(7)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201" name="正方形/長方形 200"/>
          <p:cNvSpPr/>
          <p:nvPr/>
        </p:nvSpPr>
        <p:spPr>
          <a:xfrm>
            <a:off x="2974240" y="3039512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2400" dirty="0">
                <a:solidFill>
                  <a:schemeClr val="tx1"/>
                </a:solidFill>
              </a:rPr>
              <a:t>(8)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210" name="Rectangle 66"/>
          <p:cNvSpPr>
            <a:spLocks noChangeArrowheads="1"/>
          </p:cNvSpPr>
          <p:nvPr/>
        </p:nvSpPr>
        <p:spPr bwMode="auto">
          <a:xfrm>
            <a:off x="5122619" y="2792088"/>
            <a:ext cx="1650689" cy="1380230"/>
          </a:xfrm>
          <a:prstGeom prst="rect">
            <a:avLst/>
          </a:prstGeom>
          <a:gradFill>
            <a:gsLst>
              <a:gs pos="0">
                <a:srgbClr val="81A042"/>
              </a:gs>
              <a:gs pos="100000">
                <a:srgbClr val="BDD292"/>
              </a:gs>
            </a:gsLst>
          </a:gradFill>
          <a:ln w="25400">
            <a:solidFill>
              <a:schemeClr val="accent3">
                <a:lumMod val="75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74295" tIns="8890" rIns="74295" bIns="8890" numCol="1" anchor="t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1000" b="1" dirty="0"/>
              <a:t>&lt;Spring Data&gt;</a:t>
            </a:r>
          </a:p>
          <a:p>
            <a:pPr algn="ctr"/>
            <a:r>
              <a:rPr lang="en-US" altLang="ja-JP" sz="1400" b="1" dirty="0"/>
              <a:t>Page</a:t>
            </a:r>
          </a:p>
          <a:p>
            <a:pPr algn="ctr"/>
            <a:endParaRPr lang="en-US" altLang="ja-JP" sz="800" b="1" dirty="0"/>
          </a:p>
          <a:p>
            <a:pPr algn="ctr"/>
            <a:r>
              <a:rPr lang="en-US" altLang="ja-JP" sz="1200" b="1" dirty="0" err="1"/>
              <a:t>totalElements</a:t>
            </a:r>
            <a:r>
              <a:rPr lang="en-US" altLang="ja-JP" sz="1200" b="1" dirty="0"/>
              <a:t> = 18</a:t>
            </a:r>
          </a:p>
        </p:txBody>
      </p:sp>
      <p:sp>
        <p:nvSpPr>
          <p:cNvPr id="211" name="Rectangle 66"/>
          <p:cNvSpPr>
            <a:spLocks noChangeArrowheads="1"/>
          </p:cNvSpPr>
          <p:nvPr/>
        </p:nvSpPr>
        <p:spPr bwMode="auto">
          <a:xfrm>
            <a:off x="5206381" y="3616330"/>
            <a:ext cx="756884" cy="384644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4295" tIns="8890" rIns="74295" bIns="889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ja-JP" sz="800" b="1" dirty="0"/>
              <a:t>&lt;Spring Data&gt;</a:t>
            </a:r>
          </a:p>
          <a:p>
            <a:pPr algn="ctr"/>
            <a:r>
              <a:rPr lang="en-US" altLang="ja-JP" sz="1000" b="1" dirty="0" err="1"/>
              <a:t>Pageable</a:t>
            </a:r>
            <a:endParaRPr lang="ja-JP" altLang="en-US" sz="1000" b="1" dirty="0"/>
          </a:p>
        </p:txBody>
      </p:sp>
      <p:sp>
        <p:nvSpPr>
          <p:cNvPr id="213" name="フリーフォーム 212"/>
          <p:cNvSpPr/>
          <p:nvPr/>
        </p:nvSpPr>
        <p:spPr>
          <a:xfrm rot="2760000">
            <a:off x="4701119" y="3275433"/>
            <a:ext cx="502772" cy="485750"/>
          </a:xfrm>
          <a:custGeom>
            <a:avLst/>
            <a:gdLst>
              <a:gd name="connsiteX0" fmla="*/ 0 w 716125"/>
              <a:gd name="connsiteY0" fmla="*/ 596230 h 796952"/>
              <a:gd name="connsiteX1" fmla="*/ 475786 w 716125"/>
              <a:gd name="connsiteY1" fmla="*/ 90708 h 796952"/>
              <a:gd name="connsiteX2" fmla="*/ 706244 w 716125"/>
              <a:gd name="connsiteY2" fmla="*/ 68406 h 796952"/>
              <a:gd name="connsiteX3" fmla="*/ 163551 w 716125"/>
              <a:gd name="connsiteY3" fmla="*/ 796952 h 796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6125" h="796952">
                <a:moveTo>
                  <a:pt x="0" y="596230"/>
                </a:moveTo>
                <a:cubicBezTo>
                  <a:pt x="179039" y="387454"/>
                  <a:pt x="358079" y="178679"/>
                  <a:pt x="475786" y="90708"/>
                </a:cubicBezTo>
                <a:cubicBezTo>
                  <a:pt x="593493" y="2737"/>
                  <a:pt x="758283" y="-49301"/>
                  <a:pt x="706244" y="68406"/>
                </a:cubicBezTo>
                <a:cubicBezTo>
                  <a:pt x="654205" y="186113"/>
                  <a:pt x="408878" y="491532"/>
                  <a:pt x="163551" y="796952"/>
                </a:cubicBezTo>
              </a:path>
            </a:pathLst>
          </a:custGeom>
          <a:noFill/>
          <a:ln w="158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5" name="角丸四角形 214"/>
          <p:cNvSpPr/>
          <p:nvPr/>
        </p:nvSpPr>
        <p:spPr>
          <a:xfrm>
            <a:off x="6069349" y="3611129"/>
            <a:ext cx="513292" cy="25739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b="1" dirty="0"/>
              <a:t>Article</a:t>
            </a:r>
          </a:p>
        </p:txBody>
      </p:sp>
      <p:sp>
        <p:nvSpPr>
          <p:cNvPr id="216" name="角丸四角形 215"/>
          <p:cNvSpPr/>
          <p:nvPr/>
        </p:nvSpPr>
        <p:spPr>
          <a:xfrm>
            <a:off x="6130703" y="3693569"/>
            <a:ext cx="513292" cy="25739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b="1" dirty="0"/>
              <a:t>Article</a:t>
            </a:r>
          </a:p>
        </p:txBody>
      </p:sp>
      <p:sp>
        <p:nvSpPr>
          <p:cNvPr id="217" name="角丸四角形 216"/>
          <p:cNvSpPr/>
          <p:nvPr/>
        </p:nvSpPr>
        <p:spPr>
          <a:xfrm>
            <a:off x="6198916" y="3768418"/>
            <a:ext cx="513292" cy="25739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b="1" dirty="0"/>
              <a:t>Article</a:t>
            </a:r>
          </a:p>
        </p:txBody>
      </p:sp>
      <p:sp>
        <p:nvSpPr>
          <p:cNvPr id="226" name="角丸四角形 225"/>
          <p:cNvSpPr/>
          <p:nvPr/>
        </p:nvSpPr>
        <p:spPr>
          <a:xfrm>
            <a:off x="7026055" y="5792120"/>
            <a:ext cx="949965" cy="55696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b="1" dirty="0"/>
              <a:t>Article</a:t>
            </a:r>
          </a:p>
        </p:txBody>
      </p:sp>
      <p:sp>
        <p:nvSpPr>
          <p:cNvPr id="227" name="角丸四角形 226"/>
          <p:cNvSpPr/>
          <p:nvPr/>
        </p:nvSpPr>
        <p:spPr>
          <a:xfrm>
            <a:off x="7087409" y="5874560"/>
            <a:ext cx="949965" cy="55696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b="1" dirty="0"/>
              <a:t>Article</a:t>
            </a:r>
          </a:p>
        </p:txBody>
      </p:sp>
      <p:sp>
        <p:nvSpPr>
          <p:cNvPr id="228" name="角丸四角形 227"/>
          <p:cNvSpPr/>
          <p:nvPr/>
        </p:nvSpPr>
        <p:spPr>
          <a:xfrm>
            <a:off x="7155622" y="5949409"/>
            <a:ext cx="949965" cy="55696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/>
              <a:t>Article</a:t>
            </a:r>
          </a:p>
        </p:txBody>
      </p:sp>
      <p:cxnSp>
        <p:nvCxnSpPr>
          <p:cNvPr id="232" name="カギ線コネクタ 231"/>
          <p:cNvCxnSpPr/>
          <p:nvPr/>
        </p:nvCxnSpPr>
        <p:spPr>
          <a:xfrm rot="16200000" flipH="1">
            <a:off x="1945222" y="4304509"/>
            <a:ext cx="1206524" cy="243592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正方形/長方形 237"/>
          <p:cNvSpPr/>
          <p:nvPr/>
        </p:nvSpPr>
        <p:spPr>
          <a:xfrm>
            <a:off x="957804" y="6200103"/>
            <a:ext cx="2625448" cy="369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600" dirty="0">
                <a:solidFill>
                  <a:schemeClr val="tx1"/>
                </a:solidFill>
              </a:rPr>
              <a:t>?page=2&amp;</a:t>
            </a:r>
            <a:r>
              <a:rPr kumimoji="1" lang="en-US" altLang="ja-JP" sz="1600" dirty="0">
                <a:solidFill>
                  <a:schemeClr val="tx1"/>
                </a:solidFill>
              </a:rPr>
              <a:t>size=3&amp;word=title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241" name="正方形/長方形 240"/>
          <p:cNvSpPr/>
          <p:nvPr/>
        </p:nvSpPr>
        <p:spPr>
          <a:xfrm>
            <a:off x="2631269" y="5565565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2400" dirty="0">
                <a:solidFill>
                  <a:schemeClr val="tx1"/>
                </a:solidFill>
              </a:rPr>
              <a:t>(9)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83" name="円/楕円 182"/>
          <p:cNvSpPr/>
          <p:nvPr/>
        </p:nvSpPr>
        <p:spPr>
          <a:xfrm>
            <a:off x="6956193" y="5403529"/>
            <a:ext cx="1158391" cy="42880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/>
              <a:t>Total</a:t>
            </a:r>
          </a:p>
          <a:p>
            <a:pPr algn="ctr"/>
            <a:r>
              <a:rPr kumimoji="1" lang="en-US" altLang="ja-JP" sz="1200" b="1" dirty="0"/>
              <a:t>Elements</a:t>
            </a:r>
            <a:endParaRPr kumimoji="1" lang="ja-JP" altLang="en-US" sz="1200" b="1" dirty="0"/>
          </a:p>
        </p:txBody>
      </p:sp>
      <p:sp>
        <p:nvSpPr>
          <p:cNvPr id="266" name="AutoShape 59"/>
          <p:cNvSpPr>
            <a:spLocks noChangeArrowheads="1"/>
          </p:cNvSpPr>
          <p:nvPr/>
        </p:nvSpPr>
        <p:spPr bwMode="auto">
          <a:xfrm>
            <a:off x="5320648" y="6668430"/>
            <a:ext cx="1590373" cy="1082357"/>
          </a:xfrm>
          <a:prstGeom prst="flowChartMagneticDisk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rPr>
              <a:t>Database</a:t>
            </a:r>
            <a:endParaRPr kumimoji="1" lang="ja-JP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ＭＳ Ｐゴシック" pitchFamily="50" charset="-128"/>
              <a:cs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8854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1" y="3038475"/>
            <a:ext cx="51054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上矢印 14"/>
          <p:cNvSpPr/>
          <p:nvPr/>
        </p:nvSpPr>
        <p:spPr>
          <a:xfrm rot="10800000">
            <a:off x="6193970" y="2888341"/>
            <a:ext cx="195943" cy="391886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2" name="右中かっこ 11"/>
          <p:cNvSpPr/>
          <p:nvPr/>
        </p:nvSpPr>
        <p:spPr>
          <a:xfrm rot="5400000">
            <a:off x="4396013" y="2157186"/>
            <a:ext cx="348344" cy="3247569"/>
          </a:xfrm>
          <a:prstGeom prst="rightBrac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8" name="上矢印 17"/>
          <p:cNvSpPr/>
          <p:nvPr/>
        </p:nvSpPr>
        <p:spPr>
          <a:xfrm>
            <a:off x="6549571" y="3490687"/>
            <a:ext cx="195943" cy="391886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1" name="上矢印 20"/>
          <p:cNvSpPr/>
          <p:nvPr/>
        </p:nvSpPr>
        <p:spPr>
          <a:xfrm rot="10800000">
            <a:off x="2681508" y="2859314"/>
            <a:ext cx="195943" cy="391886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3" name="上矢印 22"/>
          <p:cNvSpPr/>
          <p:nvPr/>
        </p:nvSpPr>
        <p:spPr>
          <a:xfrm>
            <a:off x="2290986" y="3497941"/>
            <a:ext cx="195943" cy="391886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2167582" y="3926895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(1)</a:t>
            </a:r>
            <a:endParaRPr lang="ja-JP" altLang="en-US" sz="1799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2558102" y="2489982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(2)</a:t>
            </a:r>
            <a:endParaRPr lang="ja-JP" altLang="en-US" sz="1799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4361669" y="3970050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(3)</a:t>
            </a:r>
            <a:endParaRPr lang="ja-JP" altLang="en-US" sz="1799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6070564" y="2505277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(4)</a:t>
            </a:r>
            <a:endParaRPr lang="ja-JP" altLang="en-US" sz="1799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426166" y="3970050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(5)</a:t>
            </a:r>
            <a:endParaRPr lang="ja-JP" altLang="en-US" sz="1799" dirty="0"/>
          </a:p>
        </p:txBody>
      </p:sp>
    </p:spTree>
    <p:extLst>
      <p:ext uri="{BB962C8B-B14F-4D97-AF65-F5344CB8AC3E}">
        <p14:creationId xmlns:p14="http://schemas.microsoft.com/office/powerpoint/2010/main" val="2381563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1" y="3038475"/>
            <a:ext cx="51054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円/楕円 4"/>
          <p:cNvSpPr/>
          <p:nvPr/>
        </p:nvSpPr>
        <p:spPr>
          <a:xfrm>
            <a:off x="2931885" y="3171374"/>
            <a:ext cx="306159" cy="413655"/>
          </a:xfrm>
          <a:prstGeom prst="ellipse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5" name="上矢印 14"/>
          <p:cNvSpPr/>
          <p:nvPr/>
        </p:nvSpPr>
        <p:spPr>
          <a:xfrm rot="10800000">
            <a:off x="2979960" y="2786741"/>
            <a:ext cx="195943" cy="391886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5" name="円/楕円 24"/>
          <p:cNvSpPr/>
          <p:nvPr/>
        </p:nvSpPr>
        <p:spPr>
          <a:xfrm>
            <a:off x="2134953" y="3193142"/>
            <a:ext cx="811447" cy="391886"/>
          </a:xfrm>
          <a:prstGeom prst="ellipse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8" name="上矢印 27"/>
          <p:cNvSpPr/>
          <p:nvPr/>
        </p:nvSpPr>
        <p:spPr>
          <a:xfrm>
            <a:off x="2437257" y="3534227"/>
            <a:ext cx="195943" cy="391886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51" y="3764642"/>
            <a:ext cx="18954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円/楕円 11"/>
          <p:cNvSpPr/>
          <p:nvPr/>
        </p:nvSpPr>
        <p:spPr>
          <a:xfrm>
            <a:off x="5791202" y="3882569"/>
            <a:ext cx="306159" cy="413655"/>
          </a:xfrm>
          <a:prstGeom prst="ellipse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3" name="円/楕円 12"/>
          <p:cNvSpPr/>
          <p:nvPr/>
        </p:nvSpPr>
        <p:spPr>
          <a:xfrm>
            <a:off x="6097362" y="3904339"/>
            <a:ext cx="811447" cy="391886"/>
          </a:xfrm>
          <a:prstGeom prst="ellipse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cxnSp>
        <p:nvCxnSpPr>
          <p:cNvPr id="6" name="直線矢印コネクタ 5"/>
          <p:cNvCxnSpPr>
            <a:stCxn id="20" idx="2"/>
            <a:endCxn id="13" idx="4"/>
          </p:cNvCxnSpPr>
          <p:nvPr/>
        </p:nvCxnSpPr>
        <p:spPr>
          <a:xfrm rot="16200000" flipH="1">
            <a:off x="4519093" y="2312231"/>
            <a:ext cx="127" cy="3967859"/>
          </a:xfrm>
          <a:prstGeom prst="bentConnector3">
            <a:avLst>
              <a:gd name="adj1" fmla="val 18010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5"/>
          <p:cNvCxnSpPr>
            <a:stCxn id="21" idx="3"/>
            <a:endCxn id="12" idx="0"/>
          </p:cNvCxnSpPr>
          <p:nvPr/>
        </p:nvCxnSpPr>
        <p:spPr>
          <a:xfrm>
            <a:off x="3306339" y="2602012"/>
            <a:ext cx="2637943" cy="1280557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2313852" y="3926894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(6)</a:t>
            </a:r>
            <a:endParaRPr lang="ja-JP" altLang="en-US" sz="1799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2863589" y="2417410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(7)</a:t>
            </a:r>
            <a:endParaRPr lang="ja-JP" altLang="en-US" sz="1799" dirty="0"/>
          </a:p>
        </p:txBody>
      </p:sp>
    </p:spTree>
    <p:extLst>
      <p:ext uri="{BB962C8B-B14F-4D97-AF65-F5344CB8AC3E}">
        <p14:creationId xmlns:p14="http://schemas.microsoft.com/office/powerpoint/2010/main" val="2724928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059540" y="35240"/>
            <a:ext cx="4615546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300" dirty="0"/>
              <a:t> &lt;</a:t>
            </a:r>
            <a:r>
              <a:rPr lang="en-US" altLang="ja-JP" sz="1300" dirty="0" err="1"/>
              <a:t>ul</a:t>
            </a:r>
            <a:r>
              <a:rPr lang="en-US" altLang="ja-JP" sz="1300" dirty="0"/>
              <a:t>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     &lt;li class="</a:t>
            </a:r>
            <a:r>
              <a:rPr lang="en-US" altLang="ja-JP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disabled</a:t>
            </a:r>
            <a:r>
              <a:rPr lang="en-US" altLang="ja-JP" sz="1300" dirty="0"/>
              <a:t>"&gt;</a:t>
            </a:r>
          </a:p>
          <a:p>
            <a:r>
              <a:rPr lang="en-US" altLang="ja-JP" sz="1300" dirty="0"/>
              <a:t>     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=“</a:t>
            </a:r>
            <a:r>
              <a:rPr lang="en-US" altLang="ja-JP" sz="1300" dirty="0" err="1"/>
              <a:t>javascript:void</a:t>
            </a:r>
            <a:r>
              <a:rPr lang="en-US" altLang="ja-JP" sz="1300" dirty="0"/>
              <a:t>(0)"&gt;&amp;</a:t>
            </a:r>
            <a:r>
              <a:rPr lang="en-US" altLang="ja-JP" sz="1300" dirty="0" err="1"/>
              <a:t>lt</a:t>
            </a:r>
            <a:r>
              <a:rPr lang="en-US" altLang="ja-JP" sz="1300" dirty="0"/>
              <a:t>;&amp;</a:t>
            </a:r>
            <a:r>
              <a:rPr lang="en-US" altLang="ja-JP" sz="1300" dirty="0" err="1"/>
              <a:t>lt</a:t>
            </a:r>
            <a:r>
              <a:rPr lang="en-US" altLang="ja-JP" sz="1300" dirty="0"/>
              <a:t>;&lt;/a&gt;</a:t>
            </a:r>
          </a:p>
          <a:p>
            <a:r>
              <a:rPr lang="en-US" altLang="ja-JP" sz="1300" dirty="0"/>
              <a:t>         &lt;/li&gt;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     &lt;li class="</a:t>
            </a:r>
            <a:r>
              <a:rPr lang="en-US" altLang="ja-JP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disabled</a:t>
            </a:r>
            <a:r>
              <a:rPr lang="en-US" altLang="ja-JP" sz="1300" dirty="0"/>
              <a:t>"&gt;</a:t>
            </a:r>
          </a:p>
          <a:p>
            <a:r>
              <a:rPr lang="en-US" altLang="ja-JP" sz="1300" dirty="0"/>
              <a:t>     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</a:t>
            </a:r>
            <a:r>
              <a:rPr lang="en-US" altLang="ja-JP" sz="1300" dirty="0" err="1"/>
              <a:t>javascript:void</a:t>
            </a:r>
            <a:r>
              <a:rPr lang="en-US" altLang="ja-JP" sz="1300" dirty="0"/>
              <a:t>(0)"&gt;&amp;</a:t>
            </a:r>
            <a:r>
              <a:rPr lang="en-US" altLang="ja-JP" sz="1300" dirty="0" err="1"/>
              <a:t>lt</a:t>
            </a:r>
            <a:r>
              <a:rPr lang="en-US" altLang="ja-JP" sz="1300" dirty="0"/>
              <a:t>;&lt;/a&gt;</a:t>
            </a:r>
          </a:p>
          <a:p>
            <a:r>
              <a:rPr lang="en-US" altLang="ja-JP" sz="1300" dirty="0"/>
              <a:t>         &lt;/li&gt;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     &lt;li class="</a:t>
            </a:r>
            <a:r>
              <a:rPr lang="en-US" altLang="ja-JP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active</a:t>
            </a:r>
            <a:r>
              <a:rPr lang="en-US" altLang="ja-JP" sz="1300" dirty="0"/>
              <a:t>"&gt;</a:t>
            </a:r>
          </a:p>
          <a:p>
            <a:r>
              <a:rPr lang="en-US" altLang="ja-JP" sz="1300" dirty="0"/>
              <a:t>     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</a:t>
            </a:r>
            <a:r>
              <a:rPr lang="en-US" altLang="ja-JP" sz="1300" dirty="0" err="1"/>
              <a:t>javascript:void</a:t>
            </a:r>
            <a:r>
              <a:rPr lang="en-US" altLang="ja-JP" sz="1300" dirty="0"/>
              <a:t>(0)"&gt;1&lt;/a&gt;</a:t>
            </a:r>
          </a:p>
          <a:p>
            <a:r>
              <a:rPr lang="en-US" altLang="ja-JP" sz="1300" dirty="0"/>
              <a:t>         &lt;/li&gt;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     &lt;li&gt;</a:t>
            </a:r>
          </a:p>
          <a:p>
            <a:r>
              <a:rPr lang="en-US" altLang="ja-JP" sz="1300" dirty="0"/>
              <a:t>     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="?page=1&amp;size=6"&gt;2&lt;/a&gt;</a:t>
            </a:r>
          </a:p>
          <a:p>
            <a:r>
              <a:rPr lang="en-US" altLang="ja-JP" sz="1300" dirty="0"/>
              <a:t>         &lt;/li&gt;</a:t>
            </a:r>
          </a:p>
          <a:p>
            <a:endParaRPr lang="ja-JP" altLang="en-US" sz="1300" dirty="0"/>
          </a:p>
          <a:p>
            <a:r>
              <a:rPr lang="ja-JP" altLang="en-US" sz="1300" dirty="0"/>
              <a:t>         </a:t>
            </a:r>
            <a:r>
              <a:rPr lang="en-US" altLang="ja-JP" sz="1300" dirty="0"/>
              <a:t>&lt;!-- ... --&gt;</a:t>
            </a:r>
          </a:p>
          <a:p>
            <a:endParaRPr lang="ja-JP" altLang="en-US" sz="1300" dirty="0"/>
          </a:p>
          <a:p>
            <a:r>
              <a:rPr lang="en-US" altLang="ja-JP" sz="1300" dirty="0"/>
              <a:t>         &lt;li&gt;</a:t>
            </a:r>
          </a:p>
          <a:p>
            <a:r>
              <a:rPr lang="en-US" altLang="ja-JP" sz="1300" dirty="0"/>
              <a:t>     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="?page=9&amp;size=6"&gt;10&lt;/a&gt;</a:t>
            </a:r>
          </a:p>
          <a:p>
            <a:r>
              <a:rPr lang="en-US" altLang="ja-JP" sz="1300" dirty="0"/>
              <a:t>         &lt;/li&gt;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     &lt;li&gt;</a:t>
            </a:r>
          </a:p>
          <a:p>
            <a:r>
              <a:rPr lang="en-US" altLang="ja-JP" sz="1300" dirty="0"/>
              <a:t>     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="?page=1&amp;size=6"&gt;&amp;</a:t>
            </a:r>
            <a:r>
              <a:rPr lang="en-US" altLang="ja-JP" sz="1300" dirty="0" err="1"/>
              <a:t>gt</a:t>
            </a:r>
            <a:r>
              <a:rPr lang="en-US" altLang="ja-JP" sz="1300" dirty="0"/>
              <a:t>;&lt;/a&gt;</a:t>
            </a:r>
          </a:p>
          <a:p>
            <a:r>
              <a:rPr lang="en-US" altLang="ja-JP" sz="1300" dirty="0"/>
              <a:t>         &lt;/li&gt;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     &lt;li&gt;</a:t>
            </a:r>
          </a:p>
          <a:p>
            <a:r>
              <a:rPr lang="en-US" altLang="ja-JP" sz="1300" dirty="0"/>
              <a:t>     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="?page=9&amp;size=6"&gt;&amp;</a:t>
            </a:r>
            <a:r>
              <a:rPr lang="en-US" altLang="ja-JP" sz="1300" dirty="0" err="1"/>
              <a:t>gt</a:t>
            </a:r>
            <a:r>
              <a:rPr lang="en-US" altLang="ja-JP" sz="1300" dirty="0"/>
              <a:t>;&amp;</a:t>
            </a:r>
            <a:r>
              <a:rPr lang="en-US" altLang="ja-JP" sz="1300" dirty="0" err="1"/>
              <a:t>gt</a:t>
            </a:r>
            <a:r>
              <a:rPr lang="en-US" altLang="ja-JP" sz="1300" dirty="0"/>
              <a:t>;&lt;/a&gt;</a:t>
            </a:r>
          </a:p>
          <a:p>
            <a:r>
              <a:rPr lang="en-US" altLang="ja-JP" sz="1300" dirty="0"/>
              <a:t>         &lt;/li&gt;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&lt;/</a:t>
            </a:r>
            <a:r>
              <a:rPr lang="en-US" altLang="ja-JP" sz="1300" dirty="0" err="1"/>
              <a:t>ul</a:t>
            </a:r>
            <a:r>
              <a:rPr lang="en-US" altLang="ja-JP" sz="1300" dirty="0"/>
              <a:t>&gt;</a:t>
            </a:r>
            <a:endParaRPr lang="ja-JP" altLang="en-US" sz="1300" dirty="0"/>
          </a:p>
        </p:txBody>
      </p:sp>
      <p:sp>
        <p:nvSpPr>
          <p:cNvPr id="6" name="角丸四角形 5"/>
          <p:cNvSpPr/>
          <p:nvPr/>
        </p:nvSpPr>
        <p:spPr>
          <a:xfrm>
            <a:off x="1415143" y="2184401"/>
            <a:ext cx="2881087" cy="631371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9" name="正方形/長方形 8"/>
          <p:cNvSpPr/>
          <p:nvPr/>
        </p:nvSpPr>
        <p:spPr>
          <a:xfrm>
            <a:off x="1335315" y="428172"/>
            <a:ext cx="3127828" cy="674914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0" name="正方形/長方形 9"/>
          <p:cNvSpPr/>
          <p:nvPr/>
        </p:nvSpPr>
        <p:spPr>
          <a:xfrm>
            <a:off x="1335315" y="1284515"/>
            <a:ext cx="3127828" cy="674914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1" name="正方形/長方形 10"/>
          <p:cNvSpPr/>
          <p:nvPr/>
        </p:nvSpPr>
        <p:spPr>
          <a:xfrm>
            <a:off x="1335317" y="2126328"/>
            <a:ext cx="3127825" cy="2677901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2" name="正方形/長方形 11"/>
          <p:cNvSpPr/>
          <p:nvPr/>
        </p:nvSpPr>
        <p:spPr>
          <a:xfrm>
            <a:off x="1335315" y="4956622"/>
            <a:ext cx="3127828" cy="674914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3" name="正方形/長方形 12"/>
          <p:cNvSpPr/>
          <p:nvPr/>
        </p:nvSpPr>
        <p:spPr>
          <a:xfrm>
            <a:off x="1335314" y="5733136"/>
            <a:ext cx="3127829" cy="674914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4" name="角丸四角形 13"/>
          <p:cNvSpPr/>
          <p:nvPr/>
        </p:nvSpPr>
        <p:spPr>
          <a:xfrm>
            <a:off x="1415140" y="493486"/>
            <a:ext cx="2881088" cy="143691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875065" y="605971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(1)</a:t>
            </a:r>
            <a:endParaRPr lang="ja-JP" altLang="en-US" sz="1799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4887844" y="1437308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(2)</a:t>
            </a:r>
            <a:endParaRPr lang="ja-JP" altLang="en-US" sz="1799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862413" y="3179010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(3)</a:t>
            </a:r>
            <a:endParaRPr lang="ja-JP" altLang="en-US" sz="1799" dirty="0"/>
          </a:p>
        </p:txBody>
      </p:sp>
      <p:sp>
        <p:nvSpPr>
          <p:cNvPr id="19" name="右矢印 18"/>
          <p:cNvSpPr/>
          <p:nvPr/>
        </p:nvSpPr>
        <p:spPr>
          <a:xfrm rot="10800000">
            <a:off x="4479391" y="666876"/>
            <a:ext cx="402932" cy="22497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0" name="右矢印 19"/>
          <p:cNvSpPr/>
          <p:nvPr/>
        </p:nvSpPr>
        <p:spPr>
          <a:xfrm rot="10800000">
            <a:off x="4484912" y="1509488"/>
            <a:ext cx="402932" cy="22497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1" name="右矢印 20"/>
          <p:cNvSpPr/>
          <p:nvPr/>
        </p:nvSpPr>
        <p:spPr>
          <a:xfrm rot="10800000">
            <a:off x="4463141" y="3265705"/>
            <a:ext cx="402932" cy="22497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2" name="右矢印 21"/>
          <p:cNvSpPr/>
          <p:nvPr/>
        </p:nvSpPr>
        <p:spPr>
          <a:xfrm rot="10800000">
            <a:off x="4477783" y="5181594"/>
            <a:ext cx="402932" cy="22497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4873329" y="5116671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(4)</a:t>
            </a:r>
            <a:endParaRPr lang="ja-JP" altLang="en-US" sz="1799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895292" y="5900442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(5)</a:t>
            </a:r>
            <a:endParaRPr lang="ja-JP" altLang="en-US" sz="1799" dirty="0"/>
          </a:p>
        </p:txBody>
      </p:sp>
      <p:sp>
        <p:nvSpPr>
          <p:cNvPr id="25" name="右矢印 24"/>
          <p:cNvSpPr/>
          <p:nvPr/>
        </p:nvSpPr>
        <p:spPr>
          <a:xfrm rot="10800000">
            <a:off x="4484912" y="5958108"/>
            <a:ext cx="402932" cy="22497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4689283" y="1027276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(6)</a:t>
            </a:r>
            <a:endParaRPr lang="ja-JP" altLang="en-US" sz="1799" dirty="0"/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4699160" y="2315807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(7)</a:t>
            </a:r>
            <a:endParaRPr lang="ja-JP" altLang="en-US" sz="1799" dirty="0"/>
          </a:p>
        </p:txBody>
      </p:sp>
      <p:sp>
        <p:nvSpPr>
          <p:cNvPr id="47" name="右矢印 46"/>
          <p:cNvSpPr/>
          <p:nvPr/>
        </p:nvSpPr>
        <p:spPr>
          <a:xfrm rot="10800000">
            <a:off x="4304468" y="1099459"/>
            <a:ext cx="402932" cy="22497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48" name="右矢印 47"/>
          <p:cNvSpPr/>
          <p:nvPr/>
        </p:nvSpPr>
        <p:spPr>
          <a:xfrm rot="10800000">
            <a:off x="4303481" y="2387599"/>
            <a:ext cx="402932" cy="22497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</p:spTree>
    <p:extLst>
      <p:ext uri="{BB962C8B-B14F-4D97-AF65-F5344CB8AC3E}">
        <p14:creationId xmlns:p14="http://schemas.microsoft.com/office/powerpoint/2010/main" val="662839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3003425" y="907747"/>
            <a:ext cx="4181147" cy="423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300" dirty="0"/>
              <a:t> &lt;</a:t>
            </a:r>
            <a:r>
              <a:rPr lang="en-US" altLang="ja-JP" sz="1799" b="1" dirty="0" err="1"/>
              <a:t>ul</a:t>
            </a:r>
            <a:r>
              <a:rPr lang="en-US" altLang="ja-JP" sz="1300" dirty="0"/>
              <a:t> </a:t>
            </a:r>
            <a:r>
              <a:rPr lang="en-US" altLang="ja-JP" sz="1100" dirty="0"/>
              <a:t>class=</a:t>
            </a:r>
            <a:r>
              <a:rPr lang="en-US" altLang="ja-JP" sz="1300" dirty="0"/>
              <a:t>“</a:t>
            </a:r>
            <a:r>
              <a:rPr lang="en-US" altLang="ja-JP" sz="1799" b="1" dirty="0"/>
              <a:t>{</a:t>
            </a:r>
            <a:r>
              <a:rPr lang="en-US" altLang="ja-JP" sz="1799" b="1" u="sng" dirty="0"/>
              <a:t>Outer Element Class</a:t>
            </a:r>
            <a:r>
              <a:rPr lang="en-US" altLang="ja-JP" sz="1799" b="1" dirty="0"/>
              <a:t>}</a:t>
            </a:r>
            <a:r>
              <a:rPr lang="en-US" altLang="ja-JP" sz="1300" dirty="0"/>
              <a:t>”&gt;</a:t>
            </a:r>
          </a:p>
          <a:p>
            <a:endParaRPr lang="en-US" altLang="ja-JP" sz="1300" dirty="0"/>
          </a:p>
          <a:p>
            <a:endParaRPr lang="en-US" altLang="ja-JP" sz="1300" dirty="0"/>
          </a:p>
          <a:p>
            <a:r>
              <a:rPr lang="en-US" altLang="ja-JP" sz="1300" dirty="0"/>
              <a:t>         &lt;</a:t>
            </a:r>
            <a:r>
              <a:rPr lang="en-US" altLang="ja-JP" sz="1799" b="1" dirty="0"/>
              <a:t>li </a:t>
            </a:r>
            <a:r>
              <a:rPr lang="en-US" altLang="ja-JP" sz="1100" dirty="0"/>
              <a:t>class=</a:t>
            </a:r>
            <a:r>
              <a:rPr lang="en-US" altLang="ja-JP" sz="1799" b="1" dirty="0"/>
              <a:t>{</a:t>
            </a:r>
            <a:r>
              <a:rPr lang="en-US" altLang="ja-JP" sz="1799" b="1" u="sng" dirty="0"/>
              <a:t>Inner Element Class</a:t>
            </a:r>
            <a:r>
              <a:rPr lang="en-US" altLang="ja-JP" sz="1799" b="1" dirty="0"/>
              <a:t>}</a:t>
            </a:r>
            <a:r>
              <a:rPr lang="en-US" altLang="ja-JP" sz="1300" dirty="0"/>
              <a:t>&gt;</a:t>
            </a:r>
          </a:p>
          <a:p>
            <a:endParaRPr lang="en-US" altLang="ja-JP" sz="1300" dirty="0"/>
          </a:p>
          <a:p>
            <a:endParaRPr lang="en-US" altLang="ja-JP" sz="1300" dirty="0"/>
          </a:p>
          <a:p>
            <a:r>
              <a:rPr lang="en-US" altLang="ja-JP" sz="1300" dirty="0"/>
              <a:t>                 &lt;</a:t>
            </a:r>
            <a:r>
              <a:rPr lang="en-US" altLang="ja-JP" sz="1799" b="1" dirty="0"/>
              <a:t>a</a:t>
            </a:r>
            <a:r>
              <a:rPr lang="en-US" altLang="ja-JP" sz="1300" dirty="0"/>
              <a:t> </a:t>
            </a:r>
            <a:r>
              <a:rPr lang="en-US" altLang="ja-JP" sz="1100" dirty="0" err="1"/>
              <a:t>href</a:t>
            </a:r>
            <a:r>
              <a:rPr lang="en-US" altLang="ja-JP" sz="1100" dirty="0"/>
              <a:t>=</a:t>
            </a:r>
            <a:r>
              <a:rPr lang="en-US" altLang="ja-JP" sz="1300" dirty="0"/>
              <a:t>“</a:t>
            </a:r>
            <a:r>
              <a:rPr lang="en-US" altLang="ja-JP" sz="1799" b="1" dirty="0"/>
              <a:t>{Page Link URL}</a:t>
            </a:r>
            <a:r>
              <a:rPr lang="en-US" altLang="ja-JP" sz="1300" dirty="0"/>
              <a:t>"&gt;</a:t>
            </a:r>
          </a:p>
          <a:p>
            <a:r>
              <a:rPr lang="ja-JP" altLang="en-US" sz="1300" dirty="0"/>
              <a:t> </a:t>
            </a:r>
            <a:endParaRPr lang="en-US" altLang="ja-JP" sz="1300" dirty="0"/>
          </a:p>
          <a:p>
            <a:r>
              <a:rPr lang="ja-JP" altLang="en-US" sz="1300" dirty="0"/>
              <a:t>                        </a:t>
            </a:r>
            <a:r>
              <a:rPr lang="en-US" altLang="ja-JP" sz="1799" b="1" dirty="0"/>
              <a:t>{Page Link Text}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             &lt;/</a:t>
            </a:r>
            <a:r>
              <a:rPr lang="en-US" altLang="ja-JP" sz="1799" b="1" dirty="0"/>
              <a:t>a</a:t>
            </a:r>
            <a:r>
              <a:rPr lang="en-US" altLang="ja-JP" sz="1300" dirty="0"/>
              <a:t>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     &lt;/</a:t>
            </a:r>
            <a:r>
              <a:rPr lang="en-US" altLang="ja-JP" sz="1799" b="1" dirty="0"/>
              <a:t>li</a:t>
            </a:r>
            <a:r>
              <a:rPr lang="en-US" altLang="ja-JP" sz="1300" dirty="0"/>
              <a:t>&gt;</a:t>
            </a:r>
          </a:p>
          <a:p>
            <a:endParaRPr lang="en-US" altLang="ja-JP" sz="1300" dirty="0"/>
          </a:p>
          <a:p>
            <a:endParaRPr lang="en-US" altLang="ja-JP" sz="1300" dirty="0"/>
          </a:p>
          <a:p>
            <a:r>
              <a:rPr lang="en-US" altLang="ja-JP" sz="1300" dirty="0"/>
              <a:t>          &lt;!-- … --&gt;       </a:t>
            </a:r>
          </a:p>
          <a:p>
            <a:endParaRPr lang="en-US" altLang="ja-JP" sz="1300" dirty="0"/>
          </a:p>
          <a:p>
            <a:r>
              <a:rPr lang="en-US" altLang="ja-JP" sz="1300" dirty="0"/>
              <a:t> &lt;/</a:t>
            </a:r>
            <a:r>
              <a:rPr lang="en-US" altLang="ja-JP" sz="1799" b="1" dirty="0" err="1"/>
              <a:t>ul</a:t>
            </a:r>
            <a:r>
              <a:rPr lang="en-US" altLang="ja-JP" sz="1300" dirty="0"/>
              <a:t>&gt;</a:t>
            </a:r>
            <a:endParaRPr lang="ja-JP" altLang="en-US" sz="1300" dirty="0"/>
          </a:p>
        </p:txBody>
      </p:sp>
      <p:sp>
        <p:nvSpPr>
          <p:cNvPr id="19" name="右矢印 18"/>
          <p:cNvSpPr/>
          <p:nvPr/>
        </p:nvSpPr>
        <p:spPr>
          <a:xfrm>
            <a:off x="2476838" y="997423"/>
            <a:ext cx="526586" cy="22497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2560674" y="677614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(1)</a:t>
            </a:r>
            <a:endParaRPr lang="ja-JP" altLang="en-US" sz="1799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2654752" y="1358063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(3)</a:t>
            </a:r>
            <a:endParaRPr lang="ja-JP" altLang="en-US" sz="1799" dirty="0"/>
          </a:p>
        </p:txBody>
      </p:sp>
      <p:sp>
        <p:nvSpPr>
          <p:cNvPr id="30" name="正方形/長方形 29"/>
          <p:cNvSpPr/>
          <p:nvPr/>
        </p:nvSpPr>
        <p:spPr>
          <a:xfrm>
            <a:off x="3077736" y="712859"/>
            <a:ext cx="5057521" cy="4505027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31" name="正方形/長方形 30"/>
          <p:cNvSpPr/>
          <p:nvPr/>
        </p:nvSpPr>
        <p:spPr>
          <a:xfrm>
            <a:off x="3397405" y="1378030"/>
            <a:ext cx="4418538" cy="263517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62239" y="925241"/>
            <a:ext cx="179251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b="1" dirty="0"/>
              <a:t>Outer Element</a:t>
            </a:r>
            <a:endParaRPr lang="ja-JP" altLang="en-US" sz="1799" b="1" dirty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898441" y="1558866"/>
            <a:ext cx="179251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b="1" dirty="0"/>
              <a:t>Inner Element</a:t>
            </a:r>
            <a:endParaRPr lang="ja-JP" altLang="en-US" sz="1799" b="1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984122" y="783728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(2)</a:t>
            </a:r>
            <a:endParaRPr lang="ja-JP" altLang="en-US" sz="1799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5976864" y="2182313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(6)</a:t>
            </a:r>
            <a:endParaRPr lang="ja-JP" altLang="en-US" sz="1799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656911" y="2706238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(7)</a:t>
            </a:r>
            <a:endParaRPr lang="ja-JP" altLang="en-US" sz="1799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6200282" y="1391668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(4)</a:t>
            </a:r>
            <a:endParaRPr lang="ja-JP" altLang="en-US" sz="1799" dirty="0"/>
          </a:p>
        </p:txBody>
      </p:sp>
      <p:sp>
        <p:nvSpPr>
          <p:cNvPr id="38" name="右矢印 37"/>
          <p:cNvSpPr/>
          <p:nvPr/>
        </p:nvSpPr>
        <p:spPr>
          <a:xfrm>
            <a:off x="2472804" y="1645916"/>
            <a:ext cx="801150" cy="22497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40" name="角丸四角形 39"/>
          <p:cNvSpPr/>
          <p:nvPr/>
        </p:nvSpPr>
        <p:spPr>
          <a:xfrm>
            <a:off x="3003425" y="919438"/>
            <a:ext cx="458233" cy="360113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41" name="角丸四角形 40"/>
          <p:cNvSpPr/>
          <p:nvPr/>
        </p:nvSpPr>
        <p:spPr>
          <a:xfrm>
            <a:off x="3792464" y="906243"/>
            <a:ext cx="2213429" cy="366051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42" name="角丸四角形 41"/>
          <p:cNvSpPr/>
          <p:nvPr/>
        </p:nvSpPr>
        <p:spPr>
          <a:xfrm>
            <a:off x="3293232" y="1575375"/>
            <a:ext cx="386140" cy="366051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43" name="角丸四角形 42"/>
          <p:cNvSpPr/>
          <p:nvPr/>
        </p:nvSpPr>
        <p:spPr>
          <a:xfrm>
            <a:off x="3977979" y="1575375"/>
            <a:ext cx="2220262" cy="366051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44" name="角丸四角形 43"/>
          <p:cNvSpPr/>
          <p:nvPr/>
        </p:nvSpPr>
        <p:spPr>
          <a:xfrm>
            <a:off x="4301286" y="2220969"/>
            <a:ext cx="1591514" cy="366051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45" name="角丸四角形 44"/>
          <p:cNvSpPr/>
          <p:nvPr/>
        </p:nvSpPr>
        <p:spPr>
          <a:xfrm>
            <a:off x="3933489" y="2730853"/>
            <a:ext cx="1673007" cy="366051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51" name="角丸四角形 50"/>
          <p:cNvSpPr/>
          <p:nvPr/>
        </p:nvSpPr>
        <p:spPr>
          <a:xfrm>
            <a:off x="3585030" y="2235483"/>
            <a:ext cx="408968" cy="366051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52" name="右矢印 51"/>
          <p:cNvSpPr/>
          <p:nvPr/>
        </p:nvSpPr>
        <p:spPr>
          <a:xfrm>
            <a:off x="2485939" y="2309546"/>
            <a:ext cx="1099091" cy="22497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1328051" y="2224944"/>
            <a:ext cx="115201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b="1" dirty="0"/>
              <a:t>Page Link</a:t>
            </a:r>
            <a:endParaRPr lang="ja-JP" altLang="en-US" sz="1799" b="1" dirty="0"/>
          </a:p>
        </p:txBody>
      </p:sp>
      <p:sp>
        <p:nvSpPr>
          <p:cNvPr id="54" name="正方形/長方形 53"/>
          <p:cNvSpPr/>
          <p:nvPr/>
        </p:nvSpPr>
        <p:spPr>
          <a:xfrm>
            <a:off x="3696755" y="2068286"/>
            <a:ext cx="3857931" cy="1502228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2634985" y="2034662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(5)</a:t>
            </a:r>
            <a:endParaRPr lang="ja-JP" altLang="en-US" sz="1799" dirty="0"/>
          </a:p>
        </p:txBody>
      </p:sp>
    </p:spTree>
    <p:extLst>
      <p:ext uri="{BB962C8B-B14F-4D97-AF65-F5344CB8AC3E}">
        <p14:creationId xmlns:p14="http://schemas.microsoft.com/office/powerpoint/2010/main" val="1982373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932" y="1020985"/>
            <a:ext cx="51054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テキスト ボックス 23"/>
          <p:cNvSpPr txBox="1"/>
          <p:nvPr/>
        </p:nvSpPr>
        <p:spPr>
          <a:xfrm>
            <a:off x="3113535" y="352518"/>
            <a:ext cx="70083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(1)(2)</a:t>
            </a:r>
            <a:endParaRPr lang="ja-JP" altLang="en-US" sz="1799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3712769" y="361315"/>
            <a:ext cx="179251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b="1" dirty="0"/>
              <a:t>Outer Element</a:t>
            </a:r>
            <a:endParaRPr lang="ja-JP" altLang="en-US" sz="1799" b="1" dirty="0"/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3749053" y="1785704"/>
            <a:ext cx="179251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b="1" dirty="0"/>
              <a:t>Inner Element</a:t>
            </a:r>
            <a:endParaRPr lang="ja-JP" altLang="en-US" sz="1799" b="1" dirty="0"/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3157581" y="1785696"/>
            <a:ext cx="70083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(3)(4)</a:t>
            </a:r>
            <a:endParaRPr lang="ja-JP" altLang="en-US" sz="1799" dirty="0"/>
          </a:p>
        </p:txBody>
      </p:sp>
      <p:sp>
        <p:nvSpPr>
          <p:cNvPr id="53" name="右矢印 52"/>
          <p:cNvSpPr/>
          <p:nvPr/>
        </p:nvSpPr>
        <p:spPr>
          <a:xfrm rot="5400000">
            <a:off x="3978296" y="839583"/>
            <a:ext cx="476208" cy="22497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3207552" y="3226809"/>
            <a:ext cx="958917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(5)(6)(7)</a:t>
            </a:r>
            <a:endParaRPr lang="ja-JP" altLang="en-US" sz="1799" dirty="0"/>
          </a:p>
        </p:txBody>
      </p:sp>
      <p:pic>
        <p:nvPicPr>
          <p:cNvPr id="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447" y="2426137"/>
            <a:ext cx="51054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正方形/長方形 63"/>
          <p:cNvSpPr/>
          <p:nvPr/>
        </p:nvSpPr>
        <p:spPr>
          <a:xfrm>
            <a:off x="4091298" y="2619001"/>
            <a:ext cx="312057" cy="298057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66" name="正方形/長方形 65"/>
          <p:cNvSpPr/>
          <p:nvPr/>
        </p:nvSpPr>
        <p:spPr>
          <a:xfrm>
            <a:off x="1763487" y="1182914"/>
            <a:ext cx="4680857" cy="348343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409" y="3687528"/>
            <a:ext cx="1826692" cy="1370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正方形/長方形 67"/>
          <p:cNvSpPr/>
          <p:nvPr/>
        </p:nvSpPr>
        <p:spPr>
          <a:xfrm>
            <a:off x="4024449" y="4089839"/>
            <a:ext cx="576726" cy="580998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69" name="右矢印 68"/>
          <p:cNvSpPr/>
          <p:nvPr/>
        </p:nvSpPr>
        <p:spPr>
          <a:xfrm rot="5400000">
            <a:off x="4017755" y="2251627"/>
            <a:ext cx="476208" cy="22497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4108338" y="3237179"/>
            <a:ext cx="113131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b="1" dirty="0"/>
              <a:t>Page Link </a:t>
            </a:r>
            <a:endParaRPr lang="ja-JP" altLang="en-US" sz="1799" b="1" dirty="0"/>
          </a:p>
        </p:txBody>
      </p:sp>
      <p:sp>
        <p:nvSpPr>
          <p:cNvPr id="71" name="右矢印 70"/>
          <p:cNvSpPr/>
          <p:nvPr/>
        </p:nvSpPr>
        <p:spPr>
          <a:xfrm rot="5400000">
            <a:off x="4074708" y="3729018"/>
            <a:ext cx="476208" cy="22497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</p:spTree>
    <p:extLst>
      <p:ext uri="{BB962C8B-B14F-4D97-AF65-F5344CB8AC3E}">
        <p14:creationId xmlns:p14="http://schemas.microsoft.com/office/powerpoint/2010/main" val="3969982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467746" y="286875"/>
            <a:ext cx="5179538" cy="6662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300" dirty="0"/>
              <a:t>&lt;</a:t>
            </a:r>
            <a:r>
              <a:rPr lang="en-US" altLang="ja-JP" sz="1799" b="1" dirty="0"/>
              <a:t>div</a:t>
            </a:r>
            <a:r>
              <a:rPr lang="en-US" altLang="ja-JP" sz="1300" dirty="0"/>
              <a:t> class="</a:t>
            </a:r>
            <a:r>
              <a:rPr lang="en-US" altLang="ja-JP" sz="1799" b="1" dirty="0"/>
              <a:t>pagination</a:t>
            </a:r>
            <a:r>
              <a:rPr lang="en-US" altLang="ja-JP" sz="1300" dirty="0"/>
              <a:t>"&gt;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&lt;</a:t>
            </a:r>
            <a:r>
              <a:rPr lang="en-US" altLang="ja-JP" sz="1799" b="1" dirty="0"/>
              <a:t>span</a:t>
            </a:r>
            <a:r>
              <a:rPr lang="en-US" altLang="ja-JP" sz="1300" dirty="0"/>
              <a:t> class="</a:t>
            </a:r>
            <a:r>
              <a:rPr lang="en-US" altLang="ja-JP" sz="1799" b="1" dirty="0" err="1"/>
              <a:t>hiddenPage</a:t>
            </a:r>
            <a:r>
              <a:rPr lang="en-US" altLang="ja-JP" sz="1300" dirty="0"/>
              <a:t>"&gt;</a:t>
            </a:r>
          </a:p>
          <a:p>
            <a:r>
              <a:rPr lang="en-US" altLang="ja-JP" sz="1300" dirty="0"/>
              <a:t>        &lt;a class=“</a:t>
            </a:r>
            <a:r>
              <a:rPr lang="en-US" altLang="ja-JP" sz="1400" b="1" dirty="0" err="1"/>
              <a:t>PageLink</a:t>
            </a:r>
            <a:r>
              <a:rPr lang="en-US" altLang="ja-JP" sz="1300" dirty="0"/>
              <a:t>"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=“</a:t>
            </a:r>
            <a:r>
              <a:rPr lang="en-US" altLang="ja-JP" sz="1300" dirty="0" err="1"/>
              <a:t>javascript:void</a:t>
            </a:r>
            <a:r>
              <a:rPr lang="en-US" altLang="ja-JP" sz="1300" dirty="0"/>
              <a:t>(0)"&gt;</a:t>
            </a:r>
            <a:r>
              <a:rPr lang="en-US" altLang="ja-JP" sz="1799" b="1" dirty="0"/>
              <a:t>First</a:t>
            </a:r>
            <a:r>
              <a:rPr lang="en-US" altLang="ja-JP" sz="1300" dirty="0"/>
              <a:t>&lt;/a&gt;</a:t>
            </a:r>
          </a:p>
          <a:p>
            <a:r>
              <a:rPr lang="en-US" altLang="ja-JP" sz="1300" dirty="0"/>
              <a:t>    &lt;/</a:t>
            </a:r>
            <a:r>
              <a:rPr lang="en-US" altLang="ja-JP" sz="1799" b="1" dirty="0"/>
              <a:t>span</a:t>
            </a:r>
            <a:r>
              <a:rPr lang="en-US" altLang="ja-JP" sz="1300" dirty="0"/>
              <a:t>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&lt;span class="</a:t>
            </a:r>
            <a:r>
              <a:rPr lang="en-US" altLang="ja-JP" sz="1300" dirty="0" err="1"/>
              <a:t>hiddenPageLink</a:t>
            </a:r>
            <a:r>
              <a:rPr lang="en-US" altLang="ja-JP" sz="1300" dirty="0"/>
              <a:t>"&gt;</a:t>
            </a:r>
          </a:p>
          <a:p>
            <a:r>
              <a:rPr lang="en-US" altLang="ja-JP" sz="1300" dirty="0"/>
              <a:t>        &lt;a class=“</a:t>
            </a:r>
            <a:r>
              <a:rPr lang="en-US" altLang="ja-JP" sz="1400" b="1" dirty="0" err="1"/>
              <a:t>PageLink</a:t>
            </a:r>
            <a:r>
              <a:rPr lang="en-US" altLang="ja-JP" sz="1300" dirty="0"/>
              <a:t>"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=“</a:t>
            </a:r>
            <a:r>
              <a:rPr lang="en-US" altLang="ja-JP" sz="1300" dirty="0" err="1"/>
              <a:t>javascript:void</a:t>
            </a:r>
            <a:r>
              <a:rPr lang="en-US" altLang="ja-JP" sz="1300" dirty="0"/>
              <a:t>(0)"&gt;</a:t>
            </a:r>
            <a:r>
              <a:rPr lang="en-US" altLang="ja-JP" sz="1799" b="1" dirty="0" err="1"/>
              <a:t>Prev</a:t>
            </a:r>
            <a:r>
              <a:rPr lang="en-US" altLang="ja-JP" sz="1300" dirty="0"/>
              <a:t>&lt;/a&gt;</a:t>
            </a:r>
          </a:p>
          <a:p>
            <a:r>
              <a:rPr lang="en-US" altLang="ja-JP" sz="1300" dirty="0"/>
              <a:t>    &lt;/span&gt;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&lt;span class="</a:t>
            </a:r>
            <a:r>
              <a:rPr lang="en-US" altLang="ja-JP" sz="1799" b="1" dirty="0" err="1"/>
              <a:t>currentPage</a:t>
            </a:r>
            <a:r>
              <a:rPr lang="en-US" altLang="ja-JP" sz="1300" dirty="0"/>
              <a:t>"&gt;</a:t>
            </a:r>
          </a:p>
          <a:p>
            <a:r>
              <a:rPr lang="en-US" altLang="ja-JP" sz="1300" dirty="0"/>
              <a:t>        &lt;a class=“</a:t>
            </a:r>
            <a:r>
              <a:rPr lang="en-US" altLang="ja-JP" sz="1400" b="1" dirty="0" err="1"/>
              <a:t>PageLink</a:t>
            </a:r>
            <a:r>
              <a:rPr lang="en-US" altLang="ja-JP" sz="1300" dirty="0"/>
              <a:t>"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</a:t>
            </a:r>
            <a:r>
              <a:rPr lang="en-US" altLang="ja-JP" sz="1300" dirty="0" err="1"/>
              <a:t>javascript:void</a:t>
            </a:r>
            <a:r>
              <a:rPr lang="en-US" altLang="ja-JP" sz="1300" dirty="0"/>
              <a:t>(0)"&gt;1&lt;/a&gt;</a:t>
            </a:r>
          </a:p>
          <a:p>
            <a:r>
              <a:rPr lang="en-US" altLang="ja-JP" sz="1300" dirty="0"/>
              <a:t>    &lt;/span&gt;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&lt;!-- …. --&gt;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&lt;span</a:t>
            </a:r>
            <a:r>
              <a:rPr lang="en-US" altLang="ja-JP" sz="1300" dirty="0">
                <a:solidFill>
                  <a:prstClr val="black"/>
                </a:solidFill>
              </a:rPr>
              <a:t> class="</a:t>
            </a:r>
            <a:r>
              <a:rPr lang="en-US" altLang="ja-JP" sz="1799" b="1" dirty="0" err="1">
                <a:solidFill>
                  <a:prstClr val="black"/>
                </a:solidFill>
              </a:rPr>
              <a:t>enablePage</a:t>
            </a:r>
            <a:r>
              <a:rPr lang="en-US" altLang="ja-JP" sz="1300" dirty="0">
                <a:solidFill>
                  <a:prstClr val="black"/>
                </a:solidFill>
              </a:rPr>
              <a:t>"</a:t>
            </a:r>
            <a:r>
              <a:rPr lang="en-US" altLang="ja-JP" sz="1300" dirty="0"/>
              <a:t>&gt;</a:t>
            </a:r>
          </a:p>
          <a:p>
            <a:r>
              <a:rPr lang="en-US" altLang="ja-JP" sz="1300" dirty="0"/>
              <a:t>        &lt;a class=“</a:t>
            </a:r>
            <a:r>
              <a:rPr lang="en-US" altLang="ja-JP" sz="1400" b="1" dirty="0" err="1"/>
              <a:t>PageLink</a:t>
            </a:r>
            <a:r>
              <a:rPr lang="en-US" altLang="ja-JP" sz="1300" dirty="0"/>
              <a:t>"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="?page=4&amp;size=6"&gt;5&lt;/a&gt;</a:t>
            </a:r>
          </a:p>
          <a:p>
            <a:r>
              <a:rPr lang="en-US" altLang="ja-JP" sz="1300" dirty="0"/>
              <a:t>    &lt;/span&gt;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&lt;span</a:t>
            </a:r>
            <a:r>
              <a:rPr lang="en-US" altLang="ja-JP" sz="1300" dirty="0">
                <a:solidFill>
                  <a:prstClr val="black"/>
                </a:solidFill>
              </a:rPr>
              <a:t> class=“</a:t>
            </a:r>
            <a:r>
              <a:rPr lang="en-US" altLang="ja-JP" sz="1300" dirty="0" err="1">
                <a:solidFill>
                  <a:prstClr val="black"/>
                </a:solidFill>
              </a:rPr>
              <a:t>enablePageLink</a:t>
            </a:r>
            <a:r>
              <a:rPr lang="en-US" altLang="ja-JP" sz="1300" dirty="0">
                <a:solidFill>
                  <a:prstClr val="black"/>
                </a:solidFill>
              </a:rPr>
              <a:t>"</a:t>
            </a:r>
            <a:r>
              <a:rPr lang="en-US" altLang="ja-JP" sz="1300" dirty="0"/>
              <a:t>&gt;</a:t>
            </a:r>
          </a:p>
          <a:p>
            <a:r>
              <a:rPr lang="en-US" altLang="ja-JP" sz="1300" dirty="0"/>
              <a:t>        &lt;a class=“</a:t>
            </a:r>
            <a:r>
              <a:rPr lang="en-US" altLang="ja-JP" sz="1400" b="1" dirty="0" err="1"/>
              <a:t>PageLink</a:t>
            </a:r>
            <a:r>
              <a:rPr lang="en-US" altLang="ja-JP" sz="1300" dirty="0"/>
              <a:t>"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="?page=1&amp;size=6"&gt;</a:t>
            </a:r>
            <a:r>
              <a:rPr lang="en-US" altLang="ja-JP" sz="1799" b="1" dirty="0"/>
              <a:t>Next</a:t>
            </a:r>
            <a:r>
              <a:rPr lang="en-US" altLang="ja-JP" sz="1300" dirty="0"/>
              <a:t>&lt;/a&gt;</a:t>
            </a:r>
          </a:p>
          <a:p>
            <a:r>
              <a:rPr lang="en-US" altLang="ja-JP" sz="1300" dirty="0"/>
              <a:t>    &lt;/span&gt;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    &lt;span</a:t>
            </a:r>
            <a:r>
              <a:rPr lang="en-US" altLang="ja-JP" sz="1300" dirty="0">
                <a:solidFill>
                  <a:prstClr val="black"/>
                </a:solidFill>
              </a:rPr>
              <a:t> class=“</a:t>
            </a:r>
            <a:r>
              <a:rPr lang="en-US" altLang="ja-JP" sz="1300" dirty="0" err="1">
                <a:solidFill>
                  <a:prstClr val="black"/>
                </a:solidFill>
              </a:rPr>
              <a:t>enablePageLink</a:t>
            </a:r>
            <a:r>
              <a:rPr lang="en-US" altLang="ja-JP" sz="1300" dirty="0">
                <a:solidFill>
                  <a:prstClr val="black"/>
                </a:solidFill>
              </a:rPr>
              <a:t>"</a:t>
            </a:r>
            <a:r>
              <a:rPr lang="en-US" altLang="ja-JP" sz="1300" dirty="0"/>
              <a:t>&gt;</a:t>
            </a:r>
          </a:p>
          <a:p>
            <a:r>
              <a:rPr lang="en-US" altLang="ja-JP" sz="1300" dirty="0"/>
              <a:t>        &lt;a class=“</a:t>
            </a:r>
            <a:r>
              <a:rPr lang="en-US" altLang="ja-JP" sz="1400" b="1" dirty="0" err="1"/>
              <a:t>PageLink</a:t>
            </a:r>
            <a:r>
              <a:rPr lang="en-US" altLang="ja-JP" sz="1300" dirty="0"/>
              <a:t>"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="?page=9&amp;size=6"&gt;</a:t>
            </a:r>
            <a:r>
              <a:rPr lang="en-US" altLang="ja-JP" sz="1799" b="1" dirty="0"/>
              <a:t>Last</a:t>
            </a:r>
            <a:r>
              <a:rPr lang="en-US" altLang="ja-JP" sz="1300" dirty="0"/>
              <a:t>&lt;/a&gt;</a:t>
            </a:r>
          </a:p>
          <a:p>
            <a:r>
              <a:rPr lang="en-US" altLang="ja-JP" sz="1300" dirty="0"/>
              <a:t>    &lt;/span&gt;</a:t>
            </a:r>
          </a:p>
          <a:p>
            <a:endParaRPr lang="en-US" altLang="ja-JP" sz="1300" dirty="0"/>
          </a:p>
          <a:p>
            <a:r>
              <a:rPr lang="en-US" altLang="ja-JP" sz="1300" dirty="0"/>
              <a:t>&lt;/</a:t>
            </a:r>
            <a:r>
              <a:rPr lang="en-US" altLang="ja-JP" sz="1799" b="1" dirty="0"/>
              <a:t>div</a:t>
            </a:r>
            <a:r>
              <a:rPr lang="en-US" altLang="ja-JP" sz="1300" dirty="0"/>
              <a:t>&gt;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518550" y="301390"/>
            <a:ext cx="442686" cy="29844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7" name="角丸四角形 6"/>
          <p:cNvSpPr/>
          <p:nvPr/>
        </p:nvSpPr>
        <p:spPr>
          <a:xfrm>
            <a:off x="1338607" y="306553"/>
            <a:ext cx="1226457" cy="29844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8" name="角丸四角形 7"/>
          <p:cNvSpPr/>
          <p:nvPr/>
        </p:nvSpPr>
        <p:spPr>
          <a:xfrm>
            <a:off x="663692" y="800041"/>
            <a:ext cx="613228" cy="29844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9" name="角丸四角形 8"/>
          <p:cNvSpPr/>
          <p:nvPr/>
        </p:nvSpPr>
        <p:spPr>
          <a:xfrm>
            <a:off x="1645219" y="774085"/>
            <a:ext cx="1381193" cy="324399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0" name="角丸四角形 9"/>
          <p:cNvSpPr/>
          <p:nvPr/>
        </p:nvSpPr>
        <p:spPr>
          <a:xfrm>
            <a:off x="3943610" y="1105534"/>
            <a:ext cx="586016" cy="221206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1" name="角丸四角形 10"/>
          <p:cNvSpPr/>
          <p:nvPr/>
        </p:nvSpPr>
        <p:spPr>
          <a:xfrm>
            <a:off x="3960085" y="2056219"/>
            <a:ext cx="586016" cy="221206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2" name="角丸四角形 11"/>
          <p:cNvSpPr/>
          <p:nvPr/>
        </p:nvSpPr>
        <p:spPr>
          <a:xfrm>
            <a:off x="1529106" y="2697229"/>
            <a:ext cx="1497306" cy="29844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4" name="角丸四角形 13"/>
          <p:cNvSpPr/>
          <p:nvPr/>
        </p:nvSpPr>
        <p:spPr>
          <a:xfrm>
            <a:off x="3879772" y="5049462"/>
            <a:ext cx="586016" cy="221206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5" name="角丸四角形 14"/>
          <p:cNvSpPr/>
          <p:nvPr/>
        </p:nvSpPr>
        <p:spPr>
          <a:xfrm>
            <a:off x="3834415" y="5927577"/>
            <a:ext cx="586016" cy="221206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30198" y="174773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(1)</a:t>
            </a:r>
            <a:endParaRPr lang="ja-JP" altLang="en-US" sz="1799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2315540" y="-14481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(2)</a:t>
            </a:r>
            <a:endParaRPr lang="ja-JP" altLang="en-US" sz="1799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00773" y="743504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(3)</a:t>
            </a:r>
            <a:endParaRPr lang="ja-JP" altLang="en-US" sz="1799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728209" y="460088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(5)</a:t>
            </a:r>
            <a:endParaRPr lang="ja-JP" altLang="en-US" sz="1799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2728209" y="2381548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(6)</a:t>
            </a:r>
            <a:endParaRPr lang="ja-JP" altLang="en-US" sz="1799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032084" y="1281450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(8)</a:t>
            </a:r>
            <a:endParaRPr lang="ja-JP" altLang="en-US" sz="1799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044276" y="2218404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(9)</a:t>
            </a:r>
            <a:endParaRPr lang="ja-JP" altLang="en-US" sz="1799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4162801" y="5234383"/>
            <a:ext cx="595177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(10)</a:t>
            </a:r>
            <a:endParaRPr lang="ja-JP" altLang="en-US" sz="1799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4110124" y="6140744"/>
            <a:ext cx="647855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(11)</a:t>
            </a:r>
            <a:endParaRPr lang="ja-JP" altLang="en-US" sz="1799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4921633" y="3327137"/>
            <a:ext cx="72565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(12)</a:t>
            </a:r>
            <a:endParaRPr lang="ja-JP" altLang="en-US" sz="1799" dirty="0"/>
          </a:p>
        </p:txBody>
      </p:sp>
      <p:sp>
        <p:nvSpPr>
          <p:cNvPr id="30" name="右中かっこ 29"/>
          <p:cNvSpPr/>
          <p:nvPr/>
        </p:nvSpPr>
        <p:spPr>
          <a:xfrm>
            <a:off x="3814120" y="2587735"/>
            <a:ext cx="1620128" cy="217163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9" name="角丸四角形 28"/>
          <p:cNvSpPr/>
          <p:nvPr/>
        </p:nvSpPr>
        <p:spPr>
          <a:xfrm>
            <a:off x="1520521" y="3946781"/>
            <a:ext cx="1505891" cy="29844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2728209" y="3611501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(4)</a:t>
            </a:r>
            <a:endParaRPr lang="ja-JP" altLang="en-US" sz="1799" dirty="0"/>
          </a:p>
        </p:txBody>
      </p:sp>
      <p:sp>
        <p:nvSpPr>
          <p:cNvPr id="32" name="角丸四角形 31"/>
          <p:cNvSpPr/>
          <p:nvPr/>
        </p:nvSpPr>
        <p:spPr>
          <a:xfrm>
            <a:off x="1506666" y="5968469"/>
            <a:ext cx="750828" cy="221206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1759952" y="6144385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(7)</a:t>
            </a:r>
            <a:endParaRPr lang="ja-JP" altLang="en-US" sz="1799" dirty="0"/>
          </a:p>
        </p:txBody>
      </p:sp>
    </p:spTree>
    <p:extLst>
      <p:ext uri="{BB962C8B-B14F-4D97-AF65-F5344CB8AC3E}">
        <p14:creationId xmlns:p14="http://schemas.microsoft.com/office/powerpoint/2010/main" val="3862675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849085" y="201109"/>
            <a:ext cx="7710030" cy="4770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300" dirty="0"/>
              <a:t>&lt;</a:t>
            </a:r>
            <a:r>
              <a:rPr lang="en-US" altLang="ja-JP" sz="1300" dirty="0" err="1"/>
              <a:t>ul</a:t>
            </a:r>
            <a:r>
              <a:rPr lang="en-US" altLang="ja-JP" sz="1300" dirty="0"/>
              <a:t>&gt;</a:t>
            </a:r>
          </a:p>
          <a:p>
            <a:r>
              <a:rPr lang="en-US" altLang="ja-JP" sz="1300" dirty="0"/>
              <a:t>    &lt;li class="disabled"&gt;</a:t>
            </a:r>
          </a:p>
          <a:p>
            <a:r>
              <a:rPr lang="en-US" altLang="ja-JP" sz="1300" dirty="0"/>
              <a:t>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=“#"&gt;&amp;</a:t>
            </a:r>
            <a:r>
              <a:rPr lang="en-US" altLang="ja-JP" sz="1300" dirty="0" err="1"/>
              <a:t>lt</a:t>
            </a:r>
            <a:r>
              <a:rPr lang="en-US" altLang="ja-JP" sz="1300" dirty="0"/>
              <a:t>;&amp;</a:t>
            </a:r>
            <a:r>
              <a:rPr lang="en-US" altLang="ja-JP" sz="1300" dirty="0" err="1"/>
              <a:t>lt</a:t>
            </a:r>
            <a:r>
              <a:rPr lang="en-US" altLang="ja-JP" sz="1300" dirty="0"/>
              <a:t>;&lt;/a&gt;</a:t>
            </a:r>
          </a:p>
          <a:p>
            <a:r>
              <a:rPr lang="en-US" altLang="ja-JP" sz="1300" dirty="0"/>
              <a:t>    &lt;/li&gt;</a:t>
            </a:r>
          </a:p>
          <a:p>
            <a:r>
              <a:rPr lang="en-US" altLang="ja-JP" sz="1300" dirty="0"/>
              <a:t>    &lt;li class="disabled"&gt;</a:t>
            </a:r>
          </a:p>
          <a:p>
            <a:r>
              <a:rPr lang="en-US" altLang="ja-JP" sz="1300" dirty="0"/>
              <a:t>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=“#"&gt;&amp;</a:t>
            </a:r>
            <a:r>
              <a:rPr lang="en-US" altLang="ja-JP" sz="1300" dirty="0" err="1"/>
              <a:t>lt</a:t>
            </a:r>
            <a:r>
              <a:rPr lang="en-US" altLang="ja-JP" sz="1300" dirty="0"/>
              <a:t>;&lt;/a&gt;</a:t>
            </a:r>
          </a:p>
          <a:p>
            <a:r>
              <a:rPr lang="en-US" altLang="ja-JP" sz="1300" dirty="0"/>
              <a:t>    &lt;/li&gt;</a:t>
            </a:r>
          </a:p>
          <a:p>
            <a:r>
              <a:rPr lang="en-US" altLang="ja-JP" sz="1300" dirty="0"/>
              <a:t>    &lt;li class="active"&gt;</a:t>
            </a:r>
          </a:p>
          <a:p>
            <a:r>
              <a:rPr lang="en-US" altLang="ja-JP" sz="1300" dirty="0"/>
              <a:t>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=“/</a:t>
            </a:r>
            <a:r>
              <a:rPr lang="en-US" altLang="ja-JP" sz="1300" dirty="0" err="1"/>
              <a:t>webapp</a:t>
            </a:r>
            <a:r>
              <a:rPr lang="en-US" altLang="ja-JP" sz="1300" dirty="0"/>
              <a:t>/article/list/0/6?sort=</a:t>
            </a:r>
            <a:r>
              <a:rPr lang="en-US" altLang="ja-JP" sz="1300" dirty="0" err="1"/>
              <a:t>publishedDate,DESC&amp;word</a:t>
            </a:r>
            <a:r>
              <a:rPr lang="en-US" altLang="ja-JP" sz="1300" dirty="0"/>
              <a:t>=title"&gt;1&lt;/a&gt;</a:t>
            </a:r>
          </a:p>
          <a:p>
            <a:r>
              <a:rPr lang="en-US" altLang="ja-JP" sz="1300" dirty="0"/>
              <a:t>    &lt;/li&gt;</a:t>
            </a:r>
          </a:p>
          <a:p>
            <a:r>
              <a:rPr lang="ja-JP" altLang="en-US" sz="1300" dirty="0"/>
              <a:t>    </a:t>
            </a:r>
          </a:p>
          <a:p>
            <a:r>
              <a:rPr lang="ja-JP" altLang="en-US" sz="1300" dirty="0"/>
              <a:t>    </a:t>
            </a:r>
            <a:r>
              <a:rPr lang="en-US" altLang="ja-JP" sz="1300" dirty="0"/>
              <a:t>&lt;!-- ... --&gt;</a:t>
            </a:r>
          </a:p>
          <a:p>
            <a:endParaRPr lang="ja-JP" altLang="en-US" sz="1300" dirty="0"/>
          </a:p>
          <a:p>
            <a:r>
              <a:rPr lang="en-US" altLang="ja-JP" sz="1300" dirty="0"/>
              <a:t>    &lt;li&gt;</a:t>
            </a:r>
          </a:p>
          <a:p>
            <a:r>
              <a:rPr lang="en-US" altLang="ja-JP" sz="1300" dirty="0"/>
              <a:t>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</a:t>
            </a:r>
            <a:r>
              <a:rPr lang="en-US" altLang="ja-JP" sz="1799" b="1" dirty="0"/>
              <a:t>/</a:t>
            </a:r>
            <a:r>
              <a:rPr lang="en-US" altLang="ja-JP" sz="1799" b="1" dirty="0" err="1"/>
              <a:t>webapp</a:t>
            </a:r>
            <a:r>
              <a:rPr lang="en-US" altLang="ja-JP" sz="1799" b="1" dirty="0"/>
              <a:t>/article/list/9/6</a:t>
            </a:r>
            <a:r>
              <a:rPr lang="en-US" altLang="ja-JP" sz="1300" dirty="0"/>
              <a:t>?</a:t>
            </a:r>
            <a:r>
              <a:rPr lang="en-US" altLang="ja-JP" sz="1799" b="1" dirty="0"/>
              <a:t>sort=</a:t>
            </a:r>
            <a:r>
              <a:rPr lang="en-US" altLang="ja-JP" sz="1799" b="1" dirty="0" err="1"/>
              <a:t>publishedDate,DESC</a:t>
            </a:r>
            <a:r>
              <a:rPr lang="en-US" altLang="ja-JP" sz="1300" dirty="0" err="1"/>
              <a:t>&amp;</a:t>
            </a:r>
            <a:r>
              <a:rPr lang="en-US" altLang="ja-JP" sz="1799" b="1" dirty="0" err="1"/>
              <a:t>word</a:t>
            </a:r>
            <a:r>
              <a:rPr lang="en-US" altLang="ja-JP" sz="1799" b="1" dirty="0"/>
              <a:t>=title</a:t>
            </a:r>
            <a:r>
              <a:rPr lang="en-US" altLang="ja-JP" sz="1300" dirty="0"/>
              <a:t>"&gt;10&lt;/a&gt;</a:t>
            </a:r>
          </a:p>
          <a:p>
            <a:r>
              <a:rPr lang="en-US" altLang="ja-JP" sz="1300" dirty="0"/>
              <a:t>    &lt;/li&gt;</a:t>
            </a:r>
          </a:p>
          <a:p>
            <a:r>
              <a:rPr lang="en-US" altLang="ja-JP" sz="1300" dirty="0"/>
              <a:t>    &lt;li&gt;</a:t>
            </a:r>
          </a:p>
          <a:p>
            <a:r>
              <a:rPr lang="en-US" altLang="ja-JP" sz="1300" dirty="0"/>
              <a:t>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="/</a:t>
            </a:r>
            <a:r>
              <a:rPr lang="en-US" altLang="ja-JP" sz="1300" dirty="0" err="1"/>
              <a:t>webapp</a:t>
            </a:r>
            <a:r>
              <a:rPr lang="en-US" altLang="ja-JP" sz="1300" dirty="0"/>
              <a:t>/article/list/1/6?sort=</a:t>
            </a:r>
            <a:r>
              <a:rPr lang="en-US" altLang="ja-JP" sz="1300" dirty="0" err="1"/>
              <a:t>publishedDate,DESC&amp;word</a:t>
            </a:r>
            <a:r>
              <a:rPr lang="en-US" altLang="ja-JP" sz="1300" dirty="0"/>
              <a:t>=title"&gt;&amp;</a:t>
            </a:r>
            <a:r>
              <a:rPr lang="en-US" altLang="ja-JP" sz="1300" dirty="0" err="1"/>
              <a:t>gt</a:t>
            </a:r>
            <a:r>
              <a:rPr lang="en-US" altLang="ja-JP" sz="1300" dirty="0"/>
              <a:t>;&lt;/a&gt;</a:t>
            </a:r>
          </a:p>
          <a:p>
            <a:r>
              <a:rPr lang="en-US" altLang="ja-JP" sz="1300" dirty="0"/>
              <a:t>    &lt;/li&gt;</a:t>
            </a:r>
          </a:p>
          <a:p>
            <a:r>
              <a:rPr lang="en-US" altLang="ja-JP" sz="1300" dirty="0"/>
              <a:t>    &lt;li&gt;</a:t>
            </a:r>
          </a:p>
          <a:p>
            <a:r>
              <a:rPr lang="en-US" altLang="ja-JP" sz="1300" dirty="0"/>
              <a:t>        &lt;a </a:t>
            </a:r>
            <a:r>
              <a:rPr lang="en-US" altLang="ja-JP" sz="1300" dirty="0" err="1"/>
              <a:t>href</a:t>
            </a:r>
            <a:r>
              <a:rPr lang="en-US" altLang="ja-JP" sz="1300" dirty="0"/>
              <a:t>="/</a:t>
            </a:r>
            <a:r>
              <a:rPr lang="en-US" altLang="ja-JP" sz="1300" dirty="0" err="1"/>
              <a:t>webapp</a:t>
            </a:r>
            <a:r>
              <a:rPr lang="en-US" altLang="ja-JP" sz="1300" dirty="0"/>
              <a:t>/article/list/9/6?sort=</a:t>
            </a:r>
            <a:r>
              <a:rPr lang="en-US" altLang="ja-JP" sz="1300" dirty="0" err="1"/>
              <a:t>publishedDate,DESC&amp;word</a:t>
            </a:r>
            <a:r>
              <a:rPr lang="en-US" altLang="ja-JP" sz="1300" dirty="0"/>
              <a:t>=title"&gt;&amp;</a:t>
            </a:r>
            <a:r>
              <a:rPr lang="en-US" altLang="ja-JP" sz="1300" dirty="0" err="1"/>
              <a:t>gt</a:t>
            </a:r>
            <a:r>
              <a:rPr lang="en-US" altLang="ja-JP" sz="1300" dirty="0"/>
              <a:t>;&amp;</a:t>
            </a:r>
            <a:r>
              <a:rPr lang="en-US" altLang="ja-JP" sz="1300" dirty="0" err="1"/>
              <a:t>gt</a:t>
            </a:r>
            <a:r>
              <a:rPr lang="en-US" altLang="ja-JP" sz="1300" dirty="0"/>
              <a:t>;&lt;/a&gt;</a:t>
            </a:r>
          </a:p>
          <a:p>
            <a:r>
              <a:rPr lang="en-US" altLang="ja-JP" sz="1300" dirty="0"/>
              <a:t>    &lt;/li&gt;</a:t>
            </a:r>
          </a:p>
          <a:p>
            <a:r>
              <a:rPr lang="en-US" altLang="ja-JP" sz="1300" dirty="0"/>
              <a:t>&lt;/</a:t>
            </a:r>
            <a:r>
              <a:rPr lang="en-US" altLang="ja-JP" sz="1300" dirty="0" err="1"/>
              <a:t>ul</a:t>
            </a:r>
            <a:r>
              <a:rPr lang="en-US" altLang="ja-JP" sz="1300" dirty="0"/>
              <a:t>&gt;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1795309" y="635557"/>
            <a:ext cx="237849" cy="221178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7" name="角丸四角形 6"/>
          <p:cNvSpPr/>
          <p:nvPr/>
        </p:nvSpPr>
        <p:spPr>
          <a:xfrm>
            <a:off x="1853514" y="3021610"/>
            <a:ext cx="2394531" cy="29844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8" name="角丸四角形 7"/>
          <p:cNvSpPr/>
          <p:nvPr/>
        </p:nvSpPr>
        <p:spPr>
          <a:xfrm>
            <a:off x="4307802" y="3017531"/>
            <a:ext cx="2445265" cy="29844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87073" y="773475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(1)</a:t>
            </a:r>
            <a:endParaRPr lang="ja-JP" altLang="en-US" sz="1799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939195" y="2705866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(2)</a:t>
            </a:r>
            <a:endParaRPr lang="ja-JP" altLang="en-US" sz="1799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6326795" y="2705866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(3)</a:t>
            </a:r>
            <a:endParaRPr lang="ja-JP" altLang="en-US" sz="1799" dirty="0"/>
          </a:p>
        </p:txBody>
      </p:sp>
      <p:sp>
        <p:nvSpPr>
          <p:cNvPr id="12" name="角丸四角形 11"/>
          <p:cNvSpPr/>
          <p:nvPr/>
        </p:nvSpPr>
        <p:spPr>
          <a:xfrm>
            <a:off x="6822699" y="3017531"/>
            <a:ext cx="1045027" cy="29844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560507" y="2722902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(4)</a:t>
            </a:r>
            <a:endParaRPr lang="ja-JP" altLang="en-US" sz="1799" dirty="0"/>
          </a:p>
        </p:txBody>
      </p:sp>
      <p:sp>
        <p:nvSpPr>
          <p:cNvPr id="14" name="角丸四角形 13"/>
          <p:cNvSpPr/>
          <p:nvPr/>
        </p:nvSpPr>
        <p:spPr>
          <a:xfrm>
            <a:off x="1853512" y="1806529"/>
            <a:ext cx="4357818" cy="29844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847170" y="1445731"/>
            <a:ext cx="44274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99" dirty="0"/>
              <a:t>(6)</a:t>
            </a:r>
            <a:endParaRPr lang="ja-JP" altLang="en-US" sz="1799" dirty="0"/>
          </a:p>
        </p:txBody>
      </p:sp>
    </p:spTree>
    <p:extLst>
      <p:ext uri="{BB962C8B-B14F-4D97-AF65-F5344CB8AC3E}">
        <p14:creationId xmlns:p14="http://schemas.microsoft.com/office/powerpoint/2010/main" val="192454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054" y="2311853"/>
            <a:ext cx="3859876" cy="2383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角丸四角形 8"/>
          <p:cNvSpPr/>
          <p:nvPr/>
        </p:nvSpPr>
        <p:spPr>
          <a:xfrm>
            <a:off x="4506682" y="3752877"/>
            <a:ext cx="397673" cy="29844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0" name="角丸四角形 9"/>
          <p:cNvSpPr/>
          <p:nvPr/>
        </p:nvSpPr>
        <p:spPr>
          <a:xfrm>
            <a:off x="4260651" y="4145702"/>
            <a:ext cx="367221" cy="237612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1" name="角丸四角形 10"/>
          <p:cNvSpPr/>
          <p:nvPr/>
        </p:nvSpPr>
        <p:spPr>
          <a:xfrm>
            <a:off x="4791381" y="4145702"/>
            <a:ext cx="367221" cy="237612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285307" y="3397918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(1)</a:t>
            </a:r>
            <a:endParaRPr lang="ja-JP" altLang="en-US" sz="1799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010435" y="4326039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(2)</a:t>
            </a:r>
            <a:endParaRPr lang="ja-JP" altLang="en-US" sz="1799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605584" y="4326039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(3)</a:t>
            </a:r>
            <a:endParaRPr lang="ja-JP" altLang="en-US" sz="1799" dirty="0"/>
          </a:p>
        </p:txBody>
      </p:sp>
    </p:spTree>
    <p:extLst>
      <p:ext uri="{BB962C8B-B14F-4D97-AF65-F5344CB8AC3E}">
        <p14:creationId xmlns:p14="http://schemas.microsoft.com/office/powerpoint/2010/main" val="792715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511" y="1724529"/>
            <a:ext cx="3558947" cy="2159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角丸四角形 7"/>
          <p:cNvSpPr/>
          <p:nvPr/>
        </p:nvSpPr>
        <p:spPr>
          <a:xfrm>
            <a:off x="4176712" y="3106991"/>
            <a:ext cx="397673" cy="29844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9" name="角丸四角形 8"/>
          <p:cNvSpPr/>
          <p:nvPr/>
        </p:nvSpPr>
        <p:spPr>
          <a:xfrm>
            <a:off x="4700140" y="3092477"/>
            <a:ext cx="397673" cy="298444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015323" y="2768020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(4)</a:t>
            </a:r>
            <a:endParaRPr lang="ja-JP" altLang="en-US" sz="1799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567127" y="2756556"/>
            <a:ext cx="44275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99" dirty="0"/>
              <a:t>(5)</a:t>
            </a:r>
            <a:endParaRPr lang="ja-JP" altLang="en-US" sz="1799" dirty="0"/>
          </a:p>
        </p:txBody>
      </p:sp>
    </p:spTree>
    <p:extLst>
      <p:ext uri="{BB962C8B-B14F-4D97-AF65-F5344CB8AC3E}">
        <p14:creationId xmlns:p14="http://schemas.microsoft.com/office/powerpoint/2010/main" val="287039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103" y="1629911"/>
            <a:ext cx="47720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線吹き出し 2 (枠付き) 6"/>
          <p:cNvSpPr/>
          <p:nvPr/>
        </p:nvSpPr>
        <p:spPr>
          <a:xfrm>
            <a:off x="3686628" y="2396220"/>
            <a:ext cx="1690916" cy="535667"/>
          </a:xfrm>
          <a:prstGeom prst="borderCallout2">
            <a:avLst>
              <a:gd name="adj1" fmla="val 18750"/>
              <a:gd name="adj2" fmla="val -8333"/>
              <a:gd name="adj3" fmla="val 7018"/>
              <a:gd name="adj4" fmla="val -22667"/>
              <a:gd name="adj5" fmla="val -45625"/>
              <a:gd name="adj6" fmla="val -73786"/>
            </a:avLst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Removed.</a:t>
            </a:r>
            <a:endParaRPr lang="ja-JP" altLang="en-US" sz="1799" dirty="0">
              <a:solidFill>
                <a:schemeClr val="tx1"/>
              </a:solidFill>
            </a:endParaRPr>
          </a:p>
        </p:txBody>
      </p:sp>
      <p:cxnSp>
        <p:nvCxnSpPr>
          <p:cNvPr id="8" name="直線コネクタ 7"/>
          <p:cNvCxnSpPr/>
          <p:nvPr/>
        </p:nvCxnSpPr>
        <p:spPr>
          <a:xfrm flipV="1">
            <a:off x="5493657" y="2136326"/>
            <a:ext cx="950568" cy="5197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25" y="1763945"/>
            <a:ext cx="409576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角丸四角形 14"/>
          <p:cNvSpPr/>
          <p:nvPr/>
        </p:nvSpPr>
        <p:spPr>
          <a:xfrm>
            <a:off x="6444225" y="1747167"/>
            <a:ext cx="397673" cy="389159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535" y="1771203"/>
            <a:ext cx="4000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角丸四角形 17"/>
          <p:cNvSpPr/>
          <p:nvPr/>
        </p:nvSpPr>
        <p:spPr>
          <a:xfrm>
            <a:off x="2093911" y="1769398"/>
            <a:ext cx="397673" cy="389159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9" name="乗算記号 18"/>
          <p:cNvSpPr/>
          <p:nvPr/>
        </p:nvSpPr>
        <p:spPr>
          <a:xfrm>
            <a:off x="6485585" y="1791609"/>
            <a:ext cx="314951" cy="326573"/>
          </a:xfrm>
          <a:prstGeom prst="mathMultiply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0" name="乗算記号 19"/>
          <p:cNvSpPr/>
          <p:nvPr/>
        </p:nvSpPr>
        <p:spPr>
          <a:xfrm>
            <a:off x="2135272" y="1803861"/>
            <a:ext cx="314951" cy="326573"/>
          </a:xfrm>
          <a:prstGeom prst="mathMultiply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</p:spTree>
    <p:extLst>
      <p:ext uri="{BB962C8B-B14F-4D97-AF65-F5344CB8AC3E}">
        <p14:creationId xmlns:p14="http://schemas.microsoft.com/office/powerpoint/2010/main" val="1438657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358359"/>
            <a:ext cx="44196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角丸四角形 4"/>
          <p:cNvSpPr/>
          <p:nvPr/>
        </p:nvSpPr>
        <p:spPr>
          <a:xfrm>
            <a:off x="2671586" y="3215838"/>
            <a:ext cx="397673" cy="389159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cxnSp>
        <p:nvCxnSpPr>
          <p:cNvPr id="6" name="直線矢印コネクタ 5"/>
          <p:cNvCxnSpPr/>
          <p:nvPr/>
        </p:nvCxnSpPr>
        <p:spPr>
          <a:xfrm flipV="1">
            <a:off x="2896762" y="2893798"/>
            <a:ext cx="0" cy="3120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線吹き出し 2 (枠付き) 11"/>
          <p:cNvSpPr/>
          <p:nvPr/>
        </p:nvSpPr>
        <p:spPr>
          <a:xfrm>
            <a:off x="3726543" y="3883948"/>
            <a:ext cx="1690916" cy="535667"/>
          </a:xfrm>
          <a:prstGeom prst="borderCallout2">
            <a:avLst>
              <a:gd name="adj1" fmla="val 18750"/>
              <a:gd name="adj2" fmla="val -8333"/>
              <a:gd name="adj3" fmla="val -1111"/>
              <a:gd name="adj4" fmla="val -21809"/>
              <a:gd name="adj5" fmla="val -41561"/>
              <a:gd name="adj6" fmla="val -45031"/>
            </a:avLst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Removed.</a:t>
            </a:r>
            <a:endParaRPr lang="ja-JP" altLang="en-US" sz="1799" dirty="0">
              <a:solidFill>
                <a:schemeClr val="tx1"/>
              </a:solidFill>
            </a:endParaRPr>
          </a:p>
        </p:txBody>
      </p:sp>
      <p:sp>
        <p:nvSpPr>
          <p:cNvPr id="13" name="角丸四角形 12"/>
          <p:cNvSpPr/>
          <p:nvPr/>
        </p:nvSpPr>
        <p:spPr>
          <a:xfrm>
            <a:off x="5879242" y="3211307"/>
            <a:ext cx="397673" cy="389159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cxnSp>
        <p:nvCxnSpPr>
          <p:cNvPr id="14" name="直線矢印コネクタ 13"/>
          <p:cNvCxnSpPr/>
          <p:nvPr/>
        </p:nvCxnSpPr>
        <p:spPr>
          <a:xfrm flipV="1">
            <a:off x="6104418" y="2889267"/>
            <a:ext cx="0" cy="3120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/>
          <p:nvPr/>
        </p:nvCxnSpPr>
        <p:spPr>
          <a:xfrm flipV="1">
            <a:off x="5448412" y="3686643"/>
            <a:ext cx="447429" cy="338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154" y="3257566"/>
            <a:ext cx="3238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497" y="3257565"/>
            <a:ext cx="3238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乗算記号 20"/>
          <p:cNvSpPr/>
          <p:nvPr/>
        </p:nvSpPr>
        <p:spPr>
          <a:xfrm>
            <a:off x="5925052" y="3257565"/>
            <a:ext cx="314951" cy="326573"/>
          </a:xfrm>
          <a:prstGeom prst="mathMultiply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22" name="乗算記号 21"/>
          <p:cNvSpPr/>
          <p:nvPr/>
        </p:nvSpPr>
        <p:spPr>
          <a:xfrm>
            <a:off x="2739286" y="3273892"/>
            <a:ext cx="314951" cy="326573"/>
          </a:xfrm>
          <a:prstGeom prst="mathMultiply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</p:spTree>
    <p:extLst>
      <p:ext uri="{BB962C8B-B14F-4D97-AF65-F5344CB8AC3E}">
        <p14:creationId xmlns:p14="http://schemas.microsoft.com/office/powerpoint/2010/main" val="1273982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991" y="1048199"/>
            <a:ext cx="47434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746" y="2364223"/>
            <a:ext cx="43910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1627178"/>
            <a:ext cx="742951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322" y="1954416"/>
            <a:ext cx="7239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角丸四角形 9"/>
          <p:cNvSpPr/>
          <p:nvPr/>
        </p:nvSpPr>
        <p:spPr>
          <a:xfrm>
            <a:off x="1769382" y="1606317"/>
            <a:ext cx="742951" cy="389159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1" name="角丸四角形 10"/>
          <p:cNvSpPr/>
          <p:nvPr/>
        </p:nvSpPr>
        <p:spPr>
          <a:xfrm>
            <a:off x="5758541" y="1932196"/>
            <a:ext cx="742951" cy="389159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2" name="乗算記号 11"/>
          <p:cNvSpPr/>
          <p:nvPr/>
        </p:nvSpPr>
        <p:spPr>
          <a:xfrm>
            <a:off x="1983381" y="1644867"/>
            <a:ext cx="314951" cy="326573"/>
          </a:xfrm>
          <a:prstGeom prst="mathMultiply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3" name="乗算記号 12"/>
          <p:cNvSpPr/>
          <p:nvPr/>
        </p:nvSpPr>
        <p:spPr>
          <a:xfrm>
            <a:off x="5936254" y="1973010"/>
            <a:ext cx="314951" cy="326573"/>
          </a:xfrm>
          <a:prstGeom prst="mathMultiply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15" name="線吹き出し 2 (枠付き) 14"/>
          <p:cNvSpPr/>
          <p:nvPr/>
        </p:nvSpPr>
        <p:spPr>
          <a:xfrm>
            <a:off x="3436258" y="1763916"/>
            <a:ext cx="1690916" cy="535667"/>
          </a:xfrm>
          <a:prstGeom prst="borderCallout2">
            <a:avLst>
              <a:gd name="adj1" fmla="val 18750"/>
              <a:gd name="adj2" fmla="val -8333"/>
              <a:gd name="adj3" fmla="val 12437"/>
              <a:gd name="adj4" fmla="val -23526"/>
              <a:gd name="adj5" fmla="val -2272"/>
              <a:gd name="adj6" fmla="val -48894"/>
            </a:avLst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Hide.</a:t>
            </a:r>
            <a:endParaRPr lang="ja-JP" altLang="en-US" sz="1799" dirty="0">
              <a:solidFill>
                <a:schemeClr val="tx1"/>
              </a:solidFill>
            </a:endParaRPr>
          </a:p>
        </p:txBody>
      </p:sp>
      <p:cxnSp>
        <p:nvCxnSpPr>
          <p:cNvPr id="16" name="直線コネクタ 15"/>
          <p:cNvCxnSpPr/>
          <p:nvPr/>
        </p:nvCxnSpPr>
        <p:spPr>
          <a:xfrm>
            <a:off x="5210630" y="2031749"/>
            <a:ext cx="478971" cy="167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136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839" y="3152775"/>
            <a:ext cx="33623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角丸四角形 4"/>
          <p:cNvSpPr/>
          <p:nvPr/>
        </p:nvSpPr>
        <p:spPr>
          <a:xfrm>
            <a:off x="3724729" y="3181594"/>
            <a:ext cx="1689101" cy="468749"/>
          </a:xfrm>
          <a:prstGeom prst="round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sp>
        <p:nvSpPr>
          <p:cNvPr id="6" name="線吹き出し 2 (枠付き) 5"/>
          <p:cNvSpPr/>
          <p:nvPr/>
        </p:nvSpPr>
        <p:spPr>
          <a:xfrm>
            <a:off x="5214258" y="1690915"/>
            <a:ext cx="1868714" cy="1139371"/>
          </a:xfrm>
          <a:prstGeom prst="borderCallout2">
            <a:avLst>
              <a:gd name="adj1" fmla="val 81070"/>
              <a:gd name="adj2" fmla="val -5329"/>
              <a:gd name="adj3" fmla="val 81531"/>
              <a:gd name="adj4" fmla="val -18376"/>
              <a:gd name="adj5" fmla="val 128202"/>
              <a:gd name="adj6" fmla="val -34630"/>
            </a:avLst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Changed </a:t>
            </a:r>
          </a:p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max display count.</a:t>
            </a:r>
          </a:p>
          <a:p>
            <a:pPr algn="ctr"/>
            <a:endParaRPr lang="en-US" altLang="ja-JP" sz="1799" dirty="0">
              <a:solidFill>
                <a:schemeClr val="tx1"/>
              </a:solidFill>
            </a:endParaRPr>
          </a:p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default(10) -&gt; 5</a:t>
            </a:r>
            <a:endParaRPr lang="ja-JP" altLang="en-US" sz="1799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418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280" y="1963059"/>
            <a:ext cx="182880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350" y="2822125"/>
            <a:ext cx="3248024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角丸四角形 6"/>
          <p:cNvSpPr/>
          <p:nvPr/>
        </p:nvSpPr>
        <p:spPr>
          <a:xfrm>
            <a:off x="2881086" y="2792867"/>
            <a:ext cx="3383190" cy="389159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  <p:cxnSp>
        <p:nvCxnSpPr>
          <p:cNvPr id="8" name="直線矢印コネクタ 7"/>
          <p:cNvCxnSpPr/>
          <p:nvPr/>
        </p:nvCxnSpPr>
        <p:spPr>
          <a:xfrm flipV="1">
            <a:off x="4515783" y="2440228"/>
            <a:ext cx="0" cy="3120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線吹き出し 2 (枠付き) 8"/>
          <p:cNvSpPr/>
          <p:nvPr/>
        </p:nvSpPr>
        <p:spPr>
          <a:xfrm>
            <a:off x="4974771" y="3563688"/>
            <a:ext cx="1690916" cy="535667"/>
          </a:xfrm>
          <a:prstGeom prst="borderCallout2">
            <a:avLst>
              <a:gd name="adj1" fmla="val 18750"/>
              <a:gd name="adj2" fmla="val -8333"/>
              <a:gd name="adj3" fmla="val -1111"/>
              <a:gd name="adj4" fmla="val -23955"/>
              <a:gd name="adj5" fmla="val -70011"/>
              <a:gd name="adj6" fmla="val -33014"/>
            </a:avLst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799" dirty="0">
                <a:solidFill>
                  <a:schemeClr val="tx1"/>
                </a:solidFill>
              </a:rPr>
              <a:t>Removed.</a:t>
            </a:r>
            <a:endParaRPr lang="ja-JP" altLang="en-US" sz="1799" dirty="0">
              <a:solidFill>
                <a:schemeClr val="tx1"/>
              </a:solidFill>
            </a:endParaRPr>
          </a:p>
        </p:txBody>
      </p:sp>
      <p:sp>
        <p:nvSpPr>
          <p:cNvPr id="11" name="乗算記号 10"/>
          <p:cNvSpPr/>
          <p:nvPr/>
        </p:nvSpPr>
        <p:spPr>
          <a:xfrm>
            <a:off x="4358308" y="2830287"/>
            <a:ext cx="314951" cy="326573"/>
          </a:xfrm>
          <a:prstGeom prst="mathMultiply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</p:spTree>
    <p:extLst>
      <p:ext uri="{BB962C8B-B14F-4D97-AF65-F5344CB8AC3E}">
        <p14:creationId xmlns:p14="http://schemas.microsoft.com/office/powerpoint/2010/main" val="681053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521" y="1806120"/>
            <a:ext cx="692467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角丸四角形 5"/>
          <p:cNvSpPr/>
          <p:nvPr/>
        </p:nvSpPr>
        <p:spPr>
          <a:xfrm>
            <a:off x="5892798" y="2423886"/>
            <a:ext cx="798288" cy="64588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799"/>
          </a:p>
        </p:txBody>
      </p:sp>
    </p:spTree>
    <p:extLst>
      <p:ext uri="{BB962C8B-B14F-4D97-AF65-F5344CB8AC3E}">
        <p14:creationId xmlns:p14="http://schemas.microsoft.com/office/powerpoint/2010/main" val="2923134266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41275">
          <a:solidFill>
            <a:srgbClr val="FF0000"/>
          </a:solidFill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23249</TotalTime>
  <Words>1072</Words>
  <Application>Microsoft Office PowerPoint</Application>
  <PresentationFormat>画面に合わせる (4:3)</PresentationFormat>
  <Paragraphs>269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1" baseType="lpstr">
      <vt:lpstr>Arial</vt:lpstr>
      <vt:lpstr>Calibri</vt:lpstr>
      <vt:lpstr>ホワイト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SEH 加藤 文雄/Kato, Fumio (NTT DATA)</cp:lastModifiedBy>
  <cp:revision>1</cp:revision>
  <dcterms:created xsi:type="dcterms:W3CDTF">2012-07-17T19:23:13Z</dcterms:created>
  <dcterms:modified xsi:type="dcterms:W3CDTF">2023-07-28T01:50:07Z</dcterms:modified>
</cp:coreProperties>
</file>