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1" r:id="rId2"/>
    <p:sldId id="312" r:id="rId3"/>
    <p:sldId id="313" r:id="rId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33CC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-1434" y="-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2"/>
          <p:cNvGrpSpPr/>
          <p:nvPr/>
        </p:nvGrpSpPr>
        <p:grpSpPr>
          <a:xfrm>
            <a:off x="714348" y="642918"/>
            <a:ext cx="3143272" cy="2714644"/>
            <a:chOff x="714348" y="642918"/>
            <a:chExt cx="3143272" cy="2714644"/>
          </a:xfrm>
        </p:grpSpPr>
        <p:sp>
          <p:nvSpPr>
            <p:cNvPr id="4" name="正方形/長方形 3"/>
            <p:cNvSpPr/>
            <p:nvPr/>
          </p:nvSpPr>
          <p:spPr>
            <a:xfrm>
              <a:off x="714348" y="642918"/>
              <a:ext cx="3143272" cy="5715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header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714348" y="2786058"/>
              <a:ext cx="3143272" cy="5715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footer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714348" y="1214422"/>
              <a:ext cx="1071570" cy="15716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menu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1785918" y="1214422"/>
              <a:ext cx="2071702" cy="15716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body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グループ化 13"/>
          <p:cNvGrpSpPr/>
          <p:nvPr/>
        </p:nvGrpSpPr>
        <p:grpSpPr>
          <a:xfrm>
            <a:off x="4857752" y="267440"/>
            <a:ext cx="3143272" cy="3090122"/>
            <a:chOff x="4857752" y="267440"/>
            <a:chExt cx="3143272" cy="3090122"/>
          </a:xfrm>
        </p:grpSpPr>
        <p:sp>
          <p:nvSpPr>
            <p:cNvPr id="8" name="正方形/長方形 7"/>
            <p:cNvSpPr/>
            <p:nvPr/>
          </p:nvSpPr>
          <p:spPr>
            <a:xfrm>
              <a:off x="4857752" y="642918"/>
              <a:ext cx="3143272" cy="5715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smtClean="0">
                  <a:solidFill>
                    <a:schemeClr val="tx1"/>
                  </a:solidFill>
                </a:rPr>
                <a:t>h</a:t>
              </a:r>
              <a:r>
                <a:rPr kumimoji="1" lang="en-US" altLang="ja-JP" dirty="0" smtClean="0">
                  <a:solidFill>
                    <a:schemeClr val="tx1"/>
                  </a:solidFill>
                </a:rPr>
                <a:t>eader.jsp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4857752" y="2786058"/>
              <a:ext cx="3143272" cy="5715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footer.jsp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4857752" y="1214422"/>
              <a:ext cx="1071570" cy="15716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smtClean="0">
                  <a:solidFill>
                    <a:schemeClr val="tx1"/>
                  </a:solidFill>
                </a:rPr>
                <a:t>m</a:t>
              </a:r>
              <a:r>
                <a:rPr kumimoji="1" lang="en-US" altLang="ja-JP" dirty="0" smtClean="0">
                  <a:solidFill>
                    <a:schemeClr val="tx1"/>
                  </a:solidFill>
                </a:rPr>
                <a:t>enu.jsp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5929322" y="1214422"/>
              <a:ext cx="2071702" cy="15716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business.jsp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/>
            <p:cNvSpPr/>
            <p:nvPr/>
          </p:nvSpPr>
          <p:spPr>
            <a:xfrm>
              <a:off x="4857752" y="267440"/>
              <a:ext cx="1214446" cy="428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Layout.jsp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204" y="298477"/>
            <a:ext cx="9566881" cy="6273111"/>
          </a:xfrm>
          <a:prstGeom prst="rect">
            <a:avLst/>
          </a:prstGeom>
        </p:spPr>
      </p:pic>
      <p:sp>
        <p:nvSpPr>
          <p:cNvPr id="15" name="フレーム 14"/>
          <p:cNvSpPr>
            <a:spLocks noChangeAspect="1"/>
          </p:cNvSpPr>
          <p:nvPr/>
        </p:nvSpPr>
        <p:spPr>
          <a:xfrm>
            <a:off x="-50031" y="522952"/>
            <a:ext cx="9531724" cy="606070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16" name="四角形吹き出し 15"/>
          <p:cNvSpPr>
            <a:spLocks noChangeAspect="1"/>
          </p:cNvSpPr>
          <p:nvPr/>
        </p:nvSpPr>
        <p:spPr>
          <a:xfrm>
            <a:off x="1829195" y="450113"/>
            <a:ext cx="645459" cy="231402"/>
          </a:xfrm>
          <a:prstGeom prst="wedgeRectCallout">
            <a:avLst>
              <a:gd name="adj1" fmla="val -92462"/>
              <a:gd name="adj2" fmla="val 59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title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17" name="フレーム 16"/>
          <p:cNvSpPr>
            <a:spLocks noChangeAspect="1"/>
          </p:cNvSpPr>
          <p:nvPr/>
        </p:nvSpPr>
        <p:spPr>
          <a:xfrm>
            <a:off x="528134" y="1671634"/>
            <a:ext cx="8496359" cy="32937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18" name="四角形吹き出し 17"/>
          <p:cNvSpPr>
            <a:spLocks noChangeAspect="1"/>
          </p:cNvSpPr>
          <p:nvPr/>
        </p:nvSpPr>
        <p:spPr>
          <a:xfrm>
            <a:off x="9186418" y="1531481"/>
            <a:ext cx="1233767" cy="263338"/>
          </a:xfrm>
          <a:prstGeom prst="wedgeRectCallout">
            <a:avLst>
              <a:gd name="adj1" fmla="val -77756"/>
              <a:gd name="adj2" fmla="val 67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header.jsp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19" name="フレーム 18"/>
          <p:cNvSpPr>
            <a:spLocks noChangeAspect="1"/>
          </p:cNvSpPr>
          <p:nvPr/>
        </p:nvSpPr>
        <p:spPr>
          <a:xfrm>
            <a:off x="532216" y="2013995"/>
            <a:ext cx="8496359" cy="3450190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20" name="フレーム 19"/>
          <p:cNvSpPr>
            <a:spLocks noChangeAspect="1"/>
          </p:cNvSpPr>
          <p:nvPr/>
        </p:nvSpPr>
        <p:spPr>
          <a:xfrm>
            <a:off x="532216" y="5464185"/>
            <a:ext cx="8496359" cy="21571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21" name="四角形吹き出し 20"/>
          <p:cNvSpPr>
            <a:spLocks noChangeAspect="1"/>
          </p:cNvSpPr>
          <p:nvPr/>
        </p:nvSpPr>
        <p:spPr>
          <a:xfrm>
            <a:off x="9253093" y="3532851"/>
            <a:ext cx="1233767" cy="259977"/>
          </a:xfrm>
          <a:prstGeom prst="wedgeRectCallout">
            <a:avLst>
              <a:gd name="adj1" fmla="val -77756"/>
              <a:gd name="adj2" fmla="val 67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createForm.jsp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22" name="四角形吹き出し 21"/>
          <p:cNvSpPr>
            <a:spLocks noChangeAspect="1"/>
          </p:cNvSpPr>
          <p:nvPr/>
        </p:nvSpPr>
        <p:spPr>
          <a:xfrm>
            <a:off x="9272143" y="5315147"/>
            <a:ext cx="1233767" cy="259977"/>
          </a:xfrm>
          <a:prstGeom prst="wedgeRectCallout">
            <a:avLst>
              <a:gd name="adj1" fmla="val -77756"/>
              <a:gd name="adj2" fmla="val 67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footer.jsp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23" name="四角形吹き出し 22"/>
          <p:cNvSpPr>
            <a:spLocks noChangeAspect="1"/>
          </p:cNvSpPr>
          <p:nvPr/>
        </p:nvSpPr>
        <p:spPr>
          <a:xfrm>
            <a:off x="9746151" y="656301"/>
            <a:ext cx="1236009" cy="259977"/>
          </a:xfrm>
          <a:prstGeom prst="wedgeRectCallout">
            <a:avLst>
              <a:gd name="adj1" fmla="val -77756"/>
              <a:gd name="adj2" fmla="val 67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template.jsp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42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113" y="257571"/>
            <a:ext cx="9780953" cy="6342858"/>
          </a:xfrm>
          <a:prstGeom prst="rect">
            <a:avLst/>
          </a:prstGeom>
        </p:spPr>
      </p:pic>
      <p:sp>
        <p:nvSpPr>
          <p:cNvPr id="5" name="フレーム 4"/>
          <p:cNvSpPr/>
          <p:nvPr/>
        </p:nvSpPr>
        <p:spPr>
          <a:xfrm>
            <a:off x="-245411" y="469464"/>
            <a:ext cx="9673733" cy="6097017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6" name="フレーム 5"/>
          <p:cNvSpPr/>
          <p:nvPr/>
        </p:nvSpPr>
        <p:spPr>
          <a:xfrm>
            <a:off x="278211" y="1613052"/>
            <a:ext cx="8568222" cy="329372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7" name="四角形吹き出し 6"/>
          <p:cNvSpPr/>
          <p:nvPr/>
        </p:nvSpPr>
        <p:spPr>
          <a:xfrm>
            <a:off x="9008357" y="1477993"/>
            <a:ext cx="1233767" cy="258243"/>
          </a:xfrm>
          <a:prstGeom prst="wedgeRectCallout">
            <a:avLst>
              <a:gd name="adj1" fmla="val -77756"/>
              <a:gd name="adj2" fmla="val 67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header.jsp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8" name="フレーム 7"/>
          <p:cNvSpPr/>
          <p:nvPr/>
        </p:nvSpPr>
        <p:spPr>
          <a:xfrm>
            <a:off x="1978448" y="1938453"/>
            <a:ext cx="6872066" cy="3612827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9" name="フレーム 8"/>
          <p:cNvSpPr/>
          <p:nvPr/>
        </p:nvSpPr>
        <p:spPr>
          <a:xfrm>
            <a:off x="278210" y="5562486"/>
            <a:ext cx="8572305" cy="21958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10" name="四角形吹き出し 9"/>
          <p:cNvSpPr/>
          <p:nvPr/>
        </p:nvSpPr>
        <p:spPr>
          <a:xfrm>
            <a:off x="9075032" y="3474269"/>
            <a:ext cx="1233767" cy="259976"/>
          </a:xfrm>
          <a:prstGeom prst="wedgeRectCallout">
            <a:avLst>
              <a:gd name="adj1" fmla="val -77756"/>
              <a:gd name="adj2" fmla="val 67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searchStaff.jsp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11" name="四角形吹き出し 10"/>
          <p:cNvSpPr/>
          <p:nvPr/>
        </p:nvSpPr>
        <p:spPr>
          <a:xfrm>
            <a:off x="9094082" y="5256565"/>
            <a:ext cx="1233767" cy="265069"/>
          </a:xfrm>
          <a:prstGeom prst="wedgeRectCallout">
            <a:avLst>
              <a:gd name="adj1" fmla="val -78664"/>
              <a:gd name="adj2" fmla="val 10108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footer.jsp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12" name="四角形吹き出し 11"/>
          <p:cNvSpPr/>
          <p:nvPr/>
        </p:nvSpPr>
        <p:spPr>
          <a:xfrm>
            <a:off x="9568090" y="597718"/>
            <a:ext cx="1512591" cy="264969"/>
          </a:xfrm>
          <a:prstGeom prst="wedgeRectCallout">
            <a:avLst>
              <a:gd name="adj1" fmla="val -77756"/>
              <a:gd name="adj2" fmla="val 67262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templateSearch.jsp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13" name="フレーム 12"/>
          <p:cNvSpPr/>
          <p:nvPr/>
        </p:nvSpPr>
        <p:spPr>
          <a:xfrm>
            <a:off x="278210" y="1949659"/>
            <a:ext cx="1703296" cy="3608294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14" name="四角形吹き出し 13"/>
          <p:cNvSpPr/>
          <p:nvPr/>
        </p:nvSpPr>
        <p:spPr>
          <a:xfrm>
            <a:off x="386194" y="3772143"/>
            <a:ext cx="1233767" cy="258243"/>
          </a:xfrm>
          <a:prstGeom prst="wedgeRectCallout">
            <a:avLst>
              <a:gd name="adj1" fmla="val -6911"/>
              <a:gd name="adj2" fmla="val -223470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menu.jsp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  <p:sp>
        <p:nvSpPr>
          <p:cNvPr id="15" name="四角形吹き出し 14"/>
          <p:cNvSpPr/>
          <p:nvPr/>
        </p:nvSpPr>
        <p:spPr>
          <a:xfrm>
            <a:off x="1589299" y="492894"/>
            <a:ext cx="645459" cy="231402"/>
          </a:xfrm>
          <a:prstGeom prst="wedgeRectCallout">
            <a:avLst>
              <a:gd name="adj1" fmla="val -83782"/>
              <a:gd name="adj2" fmla="val 15678"/>
            </a:avLst>
          </a:prstGeom>
          <a:solidFill>
            <a:sysClr val="window" lastClr="FFFFFF"/>
          </a:solidFill>
          <a:ln w="158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100">
                <a:solidFill>
                  <a:srgbClr val="FF0000"/>
                </a:solidFill>
              </a:rPr>
              <a:t>title</a:t>
            </a:r>
            <a:endParaRPr kumimoji="1" lang="ja-JP" altLang="en-US" sz="11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930976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19678</TotalTime>
  <Words>20</Words>
  <PresentationFormat>画面に合わせる (4:3)</PresentationFormat>
  <Paragraphs>20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ホワイト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2014-10-16T02:16:25Z</dcterms:modified>
</cp:coreProperties>
</file>