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3" r:id="rId2"/>
    <p:sldId id="314" r:id="rId3"/>
    <p:sldId id="313" r:id="rId4"/>
    <p:sldId id="315" r:id="rId5"/>
    <p:sldId id="312" r:id="rId6"/>
    <p:sldId id="316" r:id="rId7"/>
    <p:sldId id="285" r:id="rId8"/>
    <p:sldId id="317" r:id="rId9"/>
    <p:sldId id="311" r:id="rId10"/>
    <p:sldId id="318" r:id="rId11"/>
  </p:sldIdLst>
  <p:sldSz cx="12801600" cy="9601200" type="A3"/>
  <p:notesSz cx="6858000" cy="9144000"/>
  <p:defaultTextStyle>
    <a:defPPr>
      <a:defRPr lang="ja-JP"/>
    </a:defPPr>
    <a:lvl1pPr marL="0" algn="l" defTabSz="639886" rtl="0" eaLnBrk="1" latinLnBrk="0" hangingPunct="1">
      <a:defRPr kumimoji="1" sz="2519" kern="1200">
        <a:solidFill>
          <a:schemeClr val="tx1"/>
        </a:solidFill>
        <a:latin typeface="+mn-lt"/>
        <a:ea typeface="+mn-ea"/>
        <a:cs typeface="+mn-cs"/>
      </a:defRPr>
    </a:lvl1pPr>
    <a:lvl2pPr marL="639886" algn="l" defTabSz="639886" rtl="0" eaLnBrk="1" latinLnBrk="0" hangingPunct="1">
      <a:defRPr kumimoji="1" sz="2519" kern="1200">
        <a:solidFill>
          <a:schemeClr val="tx1"/>
        </a:solidFill>
        <a:latin typeface="+mn-lt"/>
        <a:ea typeface="+mn-ea"/>
        <a:cs typeface="+mn-cs"/>
      </a:defRPr>
    </a:lvl2pPr>
    <a:lvl3pPr marL="1279770" algn="l" defTabSz="639886" rtl="0" eaLnBrk="1" latinLnBrk="0" hangingPunct="1">
      <a:defRPr kumimoji="1" sz="2519" kern="1200">
        <a:solidFill>
          <a:schemeClr val="tx1"/>
        </a:solidFill>
        <a:latin typeface="+mn-lt"/>
        <a:ea typeface="+mn-ea"/>
        <a:cs typeface="+mn-cs"/>
      </a:defRPr>
    </a:lvl3pPr>
    <a:lvl4pPr marL="1919653" algn="l" defTabSz="639886" rtl="0" eaLnBrk="1" latinLnBrk="0" hangingPunct="1">
      <a:defRPr kumimoji="1" sz="2519" kern="1200">
        <a:solidFill>
          <a:schemeClr val="tx1"/>
        </a:solidFill>
        <a:latin typeface="+mn-lt"/>
        <a:ea typeface="+mn-ea"/>
        <a:cs typeface="+mn-cs"/>
      </a:defRPr>
    </a:lvl4pPr>
    <a:lvl5pPr marL="2559538" algn="l" defTabSz="639886" rtl="0" eaLnBrk="1" latinLnBrk="0" hangingPunct="1">
      <a:defRPr kumimoji="1" sz="2519" kern="1200">
        <a:solidFill>
          <a:schemeClr val="tx1"/>
        </a:solidFill>
        <a:latin typeface="+mn-lt"/>
        <a:ea typeface="+mn-ea"/>
        <a:cs typeface="+mn-cs"/>
      </a:defRPr>
    </a:lvl5pPr>
    <a:lvl6pPr marL="3199423" algn="l" defTabSz="639886" rtl="0" eaLnBrk="1" latinLnBrk="0" hangingPunct="1">
      <a:defRPr kumimoji="1" sz="2519" kern="1200">
        <a:solidFill>
          <a:schemeClr val="tx1"/>
        </a:solidFill>
        <a:latin typeface="+mn-lt"/>
        <a:ea typeface="+mn-ea"/>
        <a:cs typeface="+mn-cs"/>
      </a:defRPr>
    </a:lvl6pPr>
    <a:lvl7pPr marL="3839309" algn="l" defTabSz="639886" rtl="0" eaLnBrk="1" latinLnBrk="0" hangingPunct="1">
      <a:defRPr kumimoji="1" sz="2519" kern="1200">
        <a:solidFill>
          <a:schemeClr val="tx1"/>
        </a:solidFill>
        <a:latin typeface="+mn-lt"/>
        <a:ea typeface="+mn-ea"/>
        <a:cs typeface="+mn-cs"/>
      </a:defRPr>
    </a:lvl7pPr>
    <a:lvl8pPr marL="4479192" algn="l" defTabSz="639886" rtl="0" eaLnBrk="1" latinLnBrk="0" hangingPunct="1">
      <a:defRPr kumimoji="1" sz="2519" kern="1200">
        <a:solidFill>
          <a:schemeClr val="tx1"/>
        </a:solidFill>
        <a:latin typeface="+mn-lt"/>
        <a:ea typeface="+mn-ea"/>
        <a:cs typeface="+mn-cs"/>
      </a:defRPr>
    </a:lvl8pPr>
    <a:lvl9pPr marL="5119076" algn="l" defTabSz="639886" rtl="0" eaLnBrk="1" latinLnBrk="0" hangingPunct="1">
      <a:defRPr kumimoji="1" sz="251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24" userDrawn="1">
          <p15:clr>
            <a:srgbClr val="A4A3A4"/>
          </p15:clr>
        </p15:guide>
        <p15:guide id="2" pos="40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33"/>
    <a:srgbClr val="CC3300"/>
    <a:srgbClr val="00FF00"/>
    <a:srgbClr val="66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594A8A7-6C10-46A5-8038-2C2C06ACAE14}" v="62" dt="2024-11-27T03:00:17.8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2838BEF-8BB2-4498-84A7-C5851F593DF1}" styleName="中間スタイル 4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10" autoAdjust="0"/>
    <p:restoredTop sz="94660"/>
  </p:normalViewPr>
  <p:slideViewPr>
    <p:cSldViewPr snapToGrid="0" snapToObjects="1">
      <p:cViewPr>
        <p:scale>
          <a:sx n="50" d="100"/>
          <a:sy n="50" d="100"/>
        </p:scale>
        <p:origin x="1802" y="653"/>
      </p:cViewPr>
      <p:guideLst>
        <p:guide orient="horz" pos="3024"/>
        <p:guide pos="4032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IG 川原 秀之/Kawahara, Hideyuki (NTT DATA)" userId="04d591ac-c8d2-4ae1-89b1-89131cc43a1c" providerId="ADAL" clId="{A594A8A7-6C10-46A5-8038-2C2C06ACAE14}"/>
    <pc:docChg chg="undo redo custSel delSld modSld modMainMaster modNotesMaster">
      <pc:chgData name="TIG 川原 秀之/Kawahara, Hideyuki (NTT DATA)" userId="04d591ac-c8d2-4ae1-89b1-89131cc43a1c" providerId="ADAL" clId="{A594A8A7-6C10-46A5-8038-2C2C06ACAE14}" dt="2024-11-27T03:07:56.854" v="1176" actId="14100"/>
      <pc:docMkLst>
        <pc:docMk/>
      </pc:docMkLst>
      <pc:sldChg chg="addSp delSp modSp mod setBg modClrScheme chgLayout">
        <pc:chgData name="TIG 川原 秀之/Kawahara, Hideyuki (NTT DATA)" userId="04d591ac-c8d2-4ae1-89b1-89131cc43a1c" providerId="ADAL" clId="{A594A8A7-6C10-46A5-8038-2C2C06ACAE14}" dt="2024-11-27T01:12:01.850" v="1141" actId="5736"/>
        <pc:sldMkLst>
          <pc:docMk/>
          <pc:sldMk cId="0" sldId="283"/>
        </pc:sldMkLst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2" creationId="{133E0FB0-A8E2-59B7-400B-4A7DC74D611F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3" creationId="{9D2A813E-5B22-000C-3DD0-781EB257E203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4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6" creationId="{00000000-0000-0000-0000-000000000000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8" creationId="{D5E5372D-4812-EF57-B598-B09EAE29FCC5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9" creationId="{26F56EEC-3434-6F3C-99E3-575B68D3CC6B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11" creationId="{CF22DB92-770A-75C3-BEB7-14E9820F1BD3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12" creationId="{44AD280C-4471-8568-78A0-52ACFFAB054E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19" creationId="{DD535466-E056-8F61-5BA9-6EA067C03506}"/>
          </ac:spMkLst>
        </pc:spChg>
        <pc:spChg chg="add del mod ord">
          <ac:chgData name="TIG 川原 秀之/Kawahara, Hideyuki (NTT DATA)" userId="04d591ac-c8d2-4ae1-89b1-89131cc43a1c" providerId="ADAL" clId="{A594A8A7-6C10-46A5-8038-2C2C06ACAE14}" dt="2024-11-27T00:51:12.572" v="930" actId="700"/>
          <ac:spMkLst>
            <pc:docMk/>
            <pc:sldMk cId="0" sldId="283"/>
            <ac:spMk id="32" creationId="{96E5CEB1-4940-807E-25C0-B860A51735EC}"/>
          </ac:spMkLst>
        </pc:spChg>
        <pc:spChg chg="add del mod ord">
          <ac:chgData name="TIG 川原 秀之/Kawahara, Hideyuki (NTT DATA)" userId="04d591ac-c8d2-4ae1-89b1-89131cc43a1c" providerId="ADAL" clId="{A594A8A7-6C10-46A5-8038-2C2C06ACAE14}" dt="2024-11-27T00:51:12.572" v="930" actId="700"/>
          <ac:spMkLst>
            <pc:docMk/>
            <pc:sldMk cId="0" sldId="283"/>
            <ac:spMk id="34" creationId="{2ED28D85-A1D1-91AB-DCEE-07056C097B17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53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54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55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56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59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60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61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62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63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68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90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92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94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2:01.850" v="1141" actId="5736"/>
          <ac:spMkLst>
            <pc:docMk/>
            <pc:sldMk cId="0" sldId="283"/>
            <ac:spMk id="95" creationId="{00000000-0000-0000-0000-000000000000}"/>
          </ac:spMkLst>
        </pc:spChg>
        <pc:graphicFrameChg chg="mod modGraphic">
          <ac:chgData name="TIG 川原 秀之/Kawahara, Hideyuki (NTT DATA)" userId="04d591ac-c8d2-4ae1-89b1-89131cc43a1c" providerId="ADAL" clId="{A594A8A7-6C10-46A5-8038-2C2C06ACAE14}" dt="2024-11-27T01:12:01.850" v="1141" actId="5736"/>
          <ac:graphicFrameMkLst>
            <pc:docMk/>
            <pc:sldMk cId="0" sldId="283"/>
            <ac:graphicFrameMk id="5" creationId="{00000000-0000-0000-0000-000000000000}"/>
          </ac:graphicFrameMkLst>
        </pc:graphicFrameChg>
        <pc:picChg chg="mod">
          <ac:chgData name="TIG 川原 秀之/Kawahara, Hideyuki (NTT DATA)" userId="04d591ac-c8d2-4ae1-89b1-89131cc43a1c" providerId="ADAL" clId="{A594A8A7-6C10-46A5-8038-2C2C06ACAE14}" dt="2024-11-27T01:12:01.850" v="1141" actId="5736"/>
          <ac:picMkLst>
            <pc:docMk/>
            <pc:sldMk cId="0" sldId="283"/>
            <ac:picMk id="1027" creationId="{00000000-0000-0000-0000-000000000000}"/>
          </ac:picMkLst>
        </pc:picChg>
        <pc:cxnChg chg="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7" creationId="{33112309-85C2-EFB7-E278-AA2B1468C2BF}"/>
          </ac:cxnSpMkLst>
        </pc:cxnChg>
        <pc:cxnChg chg="add 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10" creationId="{2A0BFFCC-B279-4F14-86AB-031E7D334DA1}"/>
          </ac:cxnSpMkLst>
        </pc:cxnChg>
        <pc:cxnChg chg="add 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20" creationId="{B6F36D57-DFB4-1628-F87C-7AC0DF028C06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29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33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45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66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73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75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77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78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80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81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82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84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2:01.850" v="1141" actId="5736"/>
          <ac:cxnSpMkLst>
            <pc:docMk/>
            <pc:sldMk cId="0" sldId="283"/>
            <ac:cxnSpMk id="89" creationId="{00000000-0000-0000-0000-000000000000}"/>
          </ac:cxnSpMkLst>
        </pc:cxnChg>
      </pc:sldChg>
      <pc:sldChg chg="modSp del mod">
        <pc:chgData name="TIG 川原 秀之/Kawahara, Hideyuki (NTT DATA)" userId="04d591ac-c8d2-4ae1-89b1-89131cc43a1c" providerId="ADAL" clId="{A594A8A7-6C10-46A5-8038-2C2C06ACAE14}" dt="2024-11-25T08:13:54.863" v="126" actId="47"/>
        <pc:sldMkLst>
          <pc:docMk/>
          <pc:sldMk cId="0" sldId="284"/>
        </pc:sldMkLst>
        <pc:cxnChg chg="mod">
          <ac:chgData name="TIG 川原 秀之/Kawahara, Hideyuki (NTT DATA)" userId="04d591ac-c8d2-4ae1-89b1-89131cc43a1c" providerId="ADAL" clId="{A594A8A7-6C10-46A5-8038-2C2C06ACAE14}" dt="2024-11-25T08:09:31.745" v="3" actId="14100"/>
          <ac:cxnSpMkLst>
            <pc:docMk/>
            <pc:sldMk cId="0" sldId="284"/>
            <ac:cxnSpMk id="50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5T08:09:28.775" v="2" actId="1076"/>
          <ac:cxnSpMkLst>
            <pc:docMk/>
            <pc:sldMk cId="0" sldId="284"/>
            <ac:cxnSpMk id="52" creationId="{00000000-0000-0000-0000-000000000000}"/>
          </ac:cxnSpMkLst>
        </pc:cxnChg>
      </pc:sldChg>
      <pc:sldChg chg="addSp modSp mod">
        <pc:chgData name="TIG 川原 秀之/Kawahara, Hideyuki (NTT DATA)" userId="04d591ac-c8d2-4ae1-89b1-89131cc43a1c" providerId="ADAL" clId="{A594A8A7-6C10-46A5-8038-2C2C06ACAE14}" dt="2024-11-27T03:04:32.190" v="1173" actId="14100"/>
        <pc:sldMkLst>
          <pc:docMk/>
          <pc:sldMk cId="0" sldId="285"/>
        </pc:sldMkLst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2" creationId="{E116063B-6E57-7051-B1AF-CE666C8B3B0F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3" creationId="{48312664-B427-A270-88B7-F1EBFADFB1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4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6" creationId="{00000000-0000-0000-0000-000000000000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8" creationId="{A429DB78-224C-5FBF-A768-33F00A40ECA7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10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11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12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13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14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15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16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17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18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20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30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31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32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33" creationId="{00000000-0000-0000-0000-000000000000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34" creationId="{C3EEF95D-5A1D-9FCD-2FF4-F6285F27C752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37" creationId="{00000000-0000-0000-0000-000000000000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39" creationId="{BA9B535F-811C-B313-F3C6-DEDCC0DAC7F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41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51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52" creationId="{00000000-0000-0000-0000-000000000000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3:04:15.990" v="1171" actId="14100"/>
          <ac:spMkLst>
            <pc:docMk/>
            <pc:sldMk cId="0" sldId="285"/>
            <ac:spMk id="54" creationId="{2CD7630D-5B79-E051-7AA0-13EA8AE82778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55" creationId="{4F3AD6D9-2C2B-59CB-A6A1-4976B38AA823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63" creationId="{0FF31F34-C9EE-E411-E882-20BB9D22092C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65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285"/>
            <ac:spMk id="66" creationId="{00000000-0000-0000-0000-000000000000}"/>
          </ac:spMkLst>
        </pc:spChg>
        <pc:graphicFrameChg chg="mod">
          <ac:chgData name="TIG 川原 秀之/Kawahara, Hideyuki (NTT DATA)" userId="04d591ac-c8d2-4ae1-89b1-89131cc43a1c" providerId="ADAL" clId="{A594A8A7-6C10-46A5-8038-2C2C06ACAE14}" dt="2024-11-27T01:11:39.392" v="1140"/>
          <ac:graphicFrameMkLst>
            <pc:docMk/>
            <pc:sldMk cId="0" sldId="285"/>
            <ac:graphicFrameMk id="5" creationId="{00000000-0000-0000-0000-000000000000}"/>
          </ac:graphicFrameMkLst>
        </pc:graphicFrameChg>
        <pc:graphicFrameChg chg="mod">
          <ac:chgData name="TIG 川原 秀之/Kawahara, Hideyuki (NTT DATA)" userId="04d591ac-c8d2-4ae1-89b1-89131cc43a1c" providerId="ADAL" clId="{A594A8A7-6C10-46A5-8038-2C2C06ACAE14}" dt="2024-11-27T01:11:39.392" v="1140"/>
          <ac:graphicFrameMkLst>
            <pc:docMk/>
            <pc:sldMk cId="0" sldId="285"/>
            <ac:graphicFrameMk id="40" creationId="{00000000-0000-0000-0000-000000000000}"/>
          </ac:graphicFrameMkLst>
        </pc:graphicFrameChg>
        <pc:picChg chg="mod">
          <ac:chgData name="TIG 川原 秀之/Kawahara, Hideyuki (NTT DATA)" userId="04d591ac-c8d2-4ae1-89b1-89131cc43a1c" providerId="ADAL" clId="{A594A8A7-6C10-46A5-8038-2C2C06ACAE14}" dt="2024-11-27T01:11:39.392" v="1140"/>
          <ac:picMkLst>
            <pc:docMk/>
            <pc:sldMk cId="0" sldId="285"/>
            <ac:picMk id="3074" creationId="{00000000-0000-0000-0000-000000000000}"/>
          </ac:picMkLst>
        </pc:picChg>
        <pc:cxnChg chg="mod">
          <ac:chgData name="TIG 川原 秀之/Kawahara, Hideyuki (NTT DATA)" userId="04d591ac-c8d2-4ae1-89b1-89131cc43a1c" providerId="ADAL" clId="{A594A8A7-6C10-46A5-8038-2C2C06ACAE14}" dt="2024-11-27T03:01:08.373" v="1161" actId="1035"/>
          <ac:cxnSpMkLst>
            <pc:docMk/>
            <pc:sldMk cId="0" sldId="285"/>
            <ac:cxnSpMk id="7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9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19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21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22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23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24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25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26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27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28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29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35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36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38" creationId="{00000000-0000-0000-0000-000000000000}"/>
          </ac:cxnSpMkLst>
        </pc:cxnChg>
        <pc:cxnChg chg="add 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42" creationId="{92FA0411-7D44-AD41-CF09-E62DEB1F6CED}"/>
          </ac:cxnSpMkLst>
        </pc:cxnChg>
        <pc:cxnChg chg="add mod">
          <ac:chgData name="TIG 川原 秀之/Kawahara, Hideyuki (NTT DATA)" userId="04d591ac-c8d2-4ae1-89b1-89131cc43a1c" providerId="ADAL" clId="{A594A8A7-6C10-46A5-8038-2C2C06ACAE14}" dt="2024-11-27T03:02:04.093" v="1168" actId="14100"/>
          <ac:cxnSpMkLst>
            <pc:docMk/>
            <pc:sldMk cId="0" sldId="285"/>
            <ac:cxnSpMk id="43" creationId="{90063DE6-10A7-4F85-E1AC-607E6C148EA9}"/>
          </ac:cxnSpMkLst>
        </pc:cxnChg>
        <pc:cxnChg chg="add mod">
          <ac:chgData name="TIG 川原 秀之/Kawahara, Hideyuki (NTT DATA)" userId="04d591ac-c8d2-4ae1-89b1-89131cc43a1c" providerId="ADAL" clId="{A594A8A7-6C10-46A5-8038-2C2C06ACAE14}" dt="2024-11-27T03:04:32.190" v="1173" actId="14100"/>
          <ac:cxnSpMkLst>
            <pc:docMk/>
            <pc:sldMk cId="0" sldId="285"/>
            <ac:cxnSpMk id="44" creationId="{E50068CC-BB2A-B2E4-0197-6957800B3453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46" creationId="{A91B9914-75B3-D6C3-F948-28E965EA0F1A}"/>
          </ac:cxnSpMkLst>
        </pc:cxnChg>
        <pc:cxnChg chg="add 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56" creationId="{27FEC7A3-0F78-6CBB-7E23-FA0325D283FA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59" creationId="{B7B3B9BC-E252-A52F-FA49-4D823FA02A5C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71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285"/>
            <ac:cxnSpMk id="85" creationId="{00000000-0000-0000-0000-000000000000}"/>
          </ac:cxnSpMkLst>
        </pc:cxnChg>
      </pc:sldChg>
      <pc:sldChg chg="addSp modSp mod">
        <pc:chgData name="TIG 川原 秀之/Kawahara, Hideyuki (NTT DATA)" userId="04d591ac-c8d2-4ae1-89b1-89131cc43a1c" providerId="ADAL" clId="{A594A8A7-6C10-46A5-8038-2C2C06ACAE14}" dt="2024-11-27T03:07:56.854" v="1176" actId="14100"/>
        <pc:sldMkLst>
          <pc:docMk/>
          <pc:sldMk cId="0" sldId="311"/>
        </pc:sldMkLst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3" creationId="{2F493320-E6CF-154B-6AD5-57A924DF60A4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4" creationId="{00B1E4CE-189F-9C39-3347-B33BC3C4B2C1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6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7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9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11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12" creationId="{00000000-0000-0000-0000-000000000000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13" creationId="{157B84D1-A7AF-3C08-6322-825CA17C384C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14" creationId="{3F10DC93-2533-952B-4565-E88FE1F4189A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15" creationId="{00000000-0000-0000-0000-000000000000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16" creationId="{F7323CBB-4FF6-1743-7718-A9C2851DB48B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18" creationId="{0A4097B2-355E-C35B-40A2-00623D45C7BA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25" creationId="{00000000-0000-0000-0000-000000000000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29" creationId="{6EC77555-0545-A02C-B3A5-5D53F79A7BCB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36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38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39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45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46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70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72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86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0" sldId="311"/>
            <ac:spMk id="89" creationId="{00000000-0000-0000-0000-000000000000}"/>
          </ac:spMkLst>
        </pc:spChg>
        <pc:graphicFrameChg chg="mod">
          <ac:chgData name="TIG 川原 秀之/Kawahara, Hideyuki (NTT DATA)" userId="04d591ac-c8d2-4ae1-89b1-89131cc43a1c" providerId="ADAL" clId="{A594A8A7-6C10-46A5-8038-2C2C06ACAE14}" dt="2024-11-27T01:11:39.392" v="1140"/>
          <ac:graphicFrameMkLst>
            <pc:docMk/>
            <pc:sldMk cId="0" sldId="311"/>
            <ac:graphicFrameMk id="8" creationId="{00000000-0000-0000-0000-000000000000}"/>
          </ac:graphicFrameMkLst>
        </pc:graphicFrameChg>
        <pc:graphicFrameChg chg="mod">
          <ac:chgData name="TIG 川原 秀之/Kawahara, Hideyuki (NTT DATA)" userId="04d591ac-c8d2-4ae1-89b1-89131cc43a1c" providerId="ADAL" clId="{A594A8A7-6C10-46A5-8038-2C2C06ACAE14}" dt="2024-11-27T01:11:39.392" v="1140"/>
          <ac:graphicFrameMkLst>
            <pc:docMk/>
            <pc:sldMk cId="0" sldId="311"/>
            <ac:graphicFrameMk id="10" creationId="{00000000-0000-0000-0000-000000000000}"/>
          </ac:graphicFrameMkLst>
        </pc:graphicFrameChg>
        <pc:picChg chg="mod">
          <ac:chgData name="TIG 川原 秀之/Kawahara, Hideyuki (NTT DATA)" userId="04d591ac-c8d2-4ae1-89b1-89131cc43a1c" providerId="ADAL" clId="{A594A8A7-6C10-46A5-8038-2C2C06ACAE14}" dt="2024-11-27T01:11:39.392" v="1140"/>
          <ac:picMkLst>
            <pc:docMk/>
            <pc:sldMk cId="0" sldId="311"/>
            <ac:picMk id="2" creationId="{00000000-0000-0000-0000-000000000000}"/>
          </ac:picMkLst>
        </pc:picChg>
        <pc:picChg chg="mod">
          <ac:chgData name="TIG 川原 秀之/Kawahara, Hideyuki (NTT DATA)" userId="04d591ac-c8d2-4ae1-89b1-89131cc43a1c" providerId="ADAL" clId="{A594A8A7-6C10-46A5-8038-2C2C06ACAE14}" dt="2024-11-27T01:11:39.392" v="1140"/>
          <ac:picMkLst>
            <pc:docMk/>
            <pc:sldMk cId="0" sldId="311"/>
            <ac:picMk id="1027" creationId="{00000000-0000-0000-0000-000000000000}"/>
          </ac:picMkLst>
        </pc:picChg>
        <pc:cxnChg chg="add mod">
          <ac:chgData name="TIG 川原 秀之/Kawahara, Hideyuki (NTT DATA)" userId="04d591ac-c8d2-4ae1-89b1-89131cc43a1c" providerId="ADAL" clId="{A594A8A7-6C10-46A5-8038-2C2C06ACAE14}" dt="2024-11-27T00:10:09.685" v="470"/>
          <ac:cxnSpMkLst>
            <pc:docMk/>
            <pc:sldMk cId="0" sldId="311"/>
            <ac:cxnSpMk id="5" creationId="{9C4F814F-B2CC-B982-3186-A711F74D4629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311"/>
            <ac:cxnSpMk id="17" creationId="{00000000-0000-0000-0000-000000000000}"/>
          </ac:cxnSpMkLst>
        </pc:cxnChg>
        <pc:cxnChg chg="add mod">
          <ac:chgData name="TIG 川原 秀之/Kawahara, Hideyuki (NTT DATA)" userId="04d591ac-c8d2-4ae1-89b1-89131cc43a1c" providerId="ADAL" clId="{A594A8A7-6C10-46A5-8038-2C2C06ACAE14}" dt="2024-11-27T03:07:56.854" v="1176" actId="14100"/>
          <ac:cxnSpMkLst>
            <pc:docMk/>
            <pc:sldMk cId="0" sldId="311"/>
            <ac:cxnSpMk id="19" creationId="{D6979D3F-68D4-6667-B785-AE97B05EC8EE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311"/>
            <ac:cxnSpMk id="20" creationId="{8481C243-A0E3-BB08-412B-358DFA1492CA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311"/>
            <ac:cxnSpMk id="27" creationId="{00000000-0000-0000-0000-000000000000}"/>
          </ac:cxnSpMkLst>
        </pc:cxnChg>
        <pc:cxnChg chg="add 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311"/>
            <ac:cxnSpMk id="30" creationId="{992D8B39-CE16-007B-30D6-C1389E8EE301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311"/>
            <ac:cxnSpMk id="51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311"/>
            <ac:cxnSpMk id="52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311"/>
            <ac:cxnSpMk id="68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311"/>
            <ac:cxnSpMk id="73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311"/>
            <ac:cxnSpMk id="78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0" sldId="311"/>
            <ac:cxnSpMk id="91" creationId="{00000000-0000-0000-0000-000000000000}"/>
          </ac:cxnSpMkLst>
        </pc:cxnChg>
      </pc:sldChg>
      <pc:sldChg chg="addSp delSp modSp mod">
        <pc:chgData name="TIG 川原 秀之/Kawahara, Hideyuki (NTT DATA)" userId="04d591ac-c8d2-4ae1-89b1-89131cc43a1c" providerId="ADAL" clId="{A594A8A7-6C10-46A5-8038-2C2C06ACAE14}" dt="2024-11-27T01:11:39.392" v="1140"/>
        <pc:sldMkLst>
          <pc:docMk/>
          <pc:sldMk cId="1577533250" sldId="312"/>
        </pc:sldMkLst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2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3" creationId="{25E90757-5350-BA2A-D990-03C31F88C4CD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4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6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7" creationId="{48FD4FBE-8519-DD6A-A257-0BFE9A5B9BAA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9" creationId="{50BAE577-F807-0905-1B21-D421AB004A1E}"/>
          </ac:spMkLst>
        </pc:spChg>
        <pc:spChg chg="add del mod">
          <ac:chgData name="TIG 川原 秀之/Kawahara, Hideyuki (NTT DATA)" userId="04d591ac-c8d2-4ae1-89b1-89131cc43a1c" providerId="ADAL" clId="{A594A8A7-6C10-46A5-8038-2C2C06ACAE14}" dt="2024-11-27T00:02:17.818" v="362" actId="478"/>
          <ac:spMkLst>
            <pc:docMk/>
            <pc:sldMk cId="1577533250" sldId="312"/>
            <ac:spMk id="10" creationId="{9181FC12-3B1F-0B0C-9C30-8835616096EE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11" creationId="{00000000-0000-0000-0000-000000000000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12" creationId="{7307EFDA-10B0-9D1F-9745-7ECC6B40F102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13" creationId="{76EFB153-12FD-FD81-2E7E-AB8C0DB9308C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42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43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46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53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55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56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62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63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64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65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67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68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69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70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118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143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144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149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77533250" sldId="312"/>
            <ac:spMk id="151" creationId="{00000000-0000-0000-0000-000000000000}"/>
          </ac:spMkLst>
        </pc:spChg>
        <pc:graphicFrameChg chg="mod">
          <ac:chgData name="TIG 川原 秀之/Kawahara, Hideyuki (NTT DATA)" userId="04d591ac-c8d2-4ae1-89b1-89131cc43a1c" providerId="ADAL" clId="{A594A8A7-6C10-46A5-8038-2C2C06ACAE14}" dt="2024-11-27T01:11:39.392" v="1140"/>
          <ac:graphicFrameMkLst>
            <pc:docMk/>
            <pc:sldMk cId="1577533250" sldId="312"/>
            <ac:graphicFrameMk id="5" creationId="{00000000-0000-0000-0000-000000000000}"/>
          </ac:graphicFrameMkLst>
        </pc:graphicFrameChg>
        <pc:picChg chg="mod">
          <ac:chgData name="TIG 川原 秀之/Kawahara, Hideyuki (NTT DATA)" userId="04d591ac-c8d2-4ae1-89b1-89131cc43a1c" providerId="ADAL" clId="{A594A8A7-6C10-46A5-8038-2C2C06ACAE14}" dt="2024-11-27T01:11:39.392" v="1140"/>
          <ac:picMkLst>
            <pc:docMk/>
            <pc:sldMk cId="1577533250" sldId="312"/>
            <ac:picMk id="57" creationId="{00000000-0000-0000-0000-000000000000}"/>
          </ac:picMkLst>
        </pc:pic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77533250" sldId="312"/>
            <ac:cxnSpMk id="8" creationId="{E6C510CE-4291-BDFF-C068-4A043B8B436F}"/>
          </ac:cxnSpMkLst>
        </pc:cxnChg>
        <pc:cxnChg chg="add 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77533250" sldId="312"/>
            <ac:cxnSpMk id="14" creationId="{6FA01575-7D61-0EB9-6A4E-110442A5CFB9}"/>
          </ac:cxnSpMkLst>
        </pc:cxnChg>
        <pc:cxnChg chg="add 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77533250" sldId="312"/>
            <ac:cxnSpMk id="34" creationId="{479EE850-311F-E462-D5B2-4ACC5B581707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77533250" sldId="312"/>
            <ac:cxnSpMk id="47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77533250" sldId="312"/>
            <ac:cxnSpMk id="74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77533250" sldId="312"/>
            <ac:cxnSpMk id="78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77533250" sldId="312"/>
            <ac:cxnSpMk id="88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77533250" sldId="312"/>
            <ac:cxnSpMk id="115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77533250" sldId="312"/>
            <ac:cxnSpMk id="119" creationId="{00000000-0000-0000-0000-000000000000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77533250" sldId="312"/>
            <ac:cxnSpMk id="152" creationId="{00000000-0000-0000-0000-000000000000}"/>
          </ac:cxnSpMkLst>
        </pc:cxnChg>
      </pc:sldChg>
      <pc:sldChg chg="addSp modSp mod">
        <pc:chgData name="TIG 川原 秀之/Kawahara, Hideyuki (NTT DATA)" userId="04d591ac-c8d2-4ae1-89b1-89131cc43a1c" providerId="ADAL" clId="{A594A8A7-6C10-46A5-8038-2C2C06ACAE14}" dt="2024-11-27T01:11:39.392" v="1140"/>
        <pc:sldMkLst>
          <pc:docMk/>
          <pc:sldMk cId="1560572593" sldId="313"/>
        </pc:sldMkLst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2" creationId="{CCF383E7-C627-A03E-C89D-D3D830B03F7A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3" creationId="{DA201ABE-5F8F-7C3C-1C41-2CC5F49FA502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4" creationId="{F577EB72-5034-0AE6-7447-82D5ECA95FCC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6" creationId="{D0BA25CE-75B6-A968-D105-E90C8861A001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10" creationId="{C7EDF97E-B489-6F1B-ACD1-800F17485A99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11" creationId="{E48F0080-69B3-5DE8-6638-06A6310B25A9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12" creationId="{D816A184-11FF-2959-AF6F-1902D2C2D9E8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13" creationId="{456160CA-8338-26B6-6BCF-64CAA85B7487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14" creationId="{7A2EF46A-7EAB-4A07-7568-88A72C262ABB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15" creationId="{70D43F2A-A25D-3E17-85D4-D775B60D6C4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16" creationId="{B280DD5C-A885-F24B-8AE0-28359D38033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17" creationId="{19933AFB-A18B-77D9-1DE7-7DD3BC35D447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18" creationId="{D6F1276F-7EE7-AE42-4ECF-D772AD3C42E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20" creationId="{A5E318B0-A636-65FF-A79A-BAA5EE6463A3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30" creationId="{D2B7BE56-71E2-BF92-1D98-675565C82028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31" creationId="{4D05C3F7-3CE8-081F-4271-EB1CC1733237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32" creationId="{806FD0E8-55BC-65DE-E9D4-F74E3009C7B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33" creationId="{9E4D38B1-694E-985D-C582-7CD01A4AD56E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34" creationId="{DE04679D-3166-5572-F1C0-481F6B67BEFD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37" creationId="{75D2D2E8-F8E8-8F30-8AA0-FF6AAA6BB71E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38" creationId="{E27E4096-64BE-A2C1-9D93-41314BAAF6A7}"/>
          </ac:spMkLst>
        </pc:spChg>
        <pc:spChg chg="add 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42" creationId="{9DAC6128-98D7-5650-4DDC-7E0CEE90ADD2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45" creationId="{90B00E1A-9705-C754-AC6A-19E200CD926A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46" creationId="{1517936E-331D-A8B9-1B58-C901804072C7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48" creationId="{79BE48BC-C6DF-15BA-ECE9-96A2D6B864E4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k cId="1560572593" sldId="313"/>
            <ac:spMk id="51" creationId="{539DC152-A807-CDBE-4F38-A3F019EC616B}"/>
          </ac:spMkLst>
        </pc:spChg>
        <pc:graphicFrameChg chg="mod">
          <ac:chgData name="TIG 川原 秀之/Kawahara, Hideyuki (NTT DATA)" userId="04d591ac-c8d2-4ae1-89b1-89131cc43a1c" providerId="ADAL" clId="{A594A8A7-6C10-46A5-8038-2C2C06ACAE14}" dt="2024-11-27T01:11:39.392" v="1140"/>
          <ac:graphicFrameMkLst>
            <pc:docMk/>
            <pc:sldMk cId="1560572593" sldId="313"/>
            <ac:graphicFrameMk id="5" creationId="{C79D25B8-D4E7-5A18-5BC5-3FCD5BA6D2A3}"/>
          </ac:graphicFrameMkLst>
        </pc:graphicFrameChg>
        <pc:picChg chg="mod">
          <ac:chgData name="TIG 川原 秀之/Kawahara, Hideyuki (NTT DATA)" userId="04d591ac-c8d2-4ae1-89b1-89131cc43a1c" providerId="ADAL" clId="{A594A8A7-6C10-46A5-8038-2C2C06ACAE14}" dt="2024-11-27T01:11:39.392" v="1140"/>
          <ac:picMkLst>
            <pc:docMk/>
            <pc:sldMk cId="1560572593" sldId="313"/>
            <ac:picMk id="1026" creationId="{C48403D2-D6C3-71F2-9E67-8A32987B11A1}"/>
          </ac:picMkLst>
        </pc:pic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7" creationId="{C9D1C678-DB22-2DB9-5FDB-255D548E2602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8" creationId="{406A7FA1-F084-EFFD-FA51-A5E08F5AE63E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9" creationId="{4D4BDC94-C272-3902-49A4-BD41A9852EBA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19" creationId="{949D6AA6-5826-9279-0276-12288E4ED8BD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21" creationId="{850631D0-85E5-0806-CB6D-B96F9F417844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22" creationId="{18210CEC-421E-C62D-91F7-ECC7E8301045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23" creationId="{05C63194-B75E-5838-C762-C1EDA990BB5F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24" creationId="{1EE6005C-9785-3D68-FC69-BBAE69DF2545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25" creationId="{3E95A198-F568-665D-5C2B-1E20220ECFC5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26" creationId="{C889DDE6-BFEC-DE74-8103-827D84E03559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27" creationId="{66E1A3BE-45D4-C9C2-3243-907A283D12D6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28" creationId="{E879ED05-5C5A-82A0-52A0-C94A492A1816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29" creationId="{03701B27-0FC1-9F18-BBD2-A5514AD889BE}"/>
          </ac:cxnSpMkLst>
        </pc:cxnChg>
        <pc:cxnChg chg="add 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35" creationId="{CBAA92EC-E93B-82D4-BEA0-08096F16264E}"/>
          </ac:cxnSpMkLst>
        </pc:cxnChg>
        <pc:cxnChg chg="add 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39" creationId="{F300543F-4217-A0DE-9CDC-38F62DFD7ACC}"/>
          </ac:cxnSpMkLst>
        </pc:cxnChg>
        <pc:cxnChg chg="add 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40" creationId="{6EF460F7-CBE0-B6D1-1D2C-9A640904D77E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41" creationId="{D5BC5B55-9570-3856-2E38-8D38530F1008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49" creationId="{91AEA0A3-925A-691C-1BC6-7307CE452882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50" creationId="{8CECBF3C-F1DC-0E5C-6593-80616FA91B3B}"/>
          </ac:cxnSpMkLst>
        </pc:cxnChg>
        <pc:cxnChg chg="mod">
          <ac:chgData name="TIG 川原 秀之/Kawahara, Hideyuki (NTT DATA)" userId="04d591ac-c8d2-4ae1-89b1-89131cc43a1c" providerId="ADAL" clId="{A594A8A7-6C10-46A5-8038-2C2C06ACAE14}" dt="2024-11-27T01:11:39.392" v="1140"/>
          <ac:cxnSpMkLst>
            <pc:docMk/>
            <pc:sldMk cId="1560572593" sldId="313"/>
            <ac:cxnSpMk id="52" creationId="{31E3EC63-7894-2353-FDEA-6367650F4C38}"/>
          </ac:cxnSpMkLst>
        </pc:cxnChg>
      </pc:sldChg>
      <pc:sldMasterChg chg="modSp modSldLayout">
        <pc:chgData name="TIG 川原 秀之/Kawahara, Hideyuki (NTT DATA)" userId="04d591ac-c8d2-4ae1-89b1-89131cc43a1c" providerId="ADAL" clId="{A594A8A7-6C10-46A5-8038-2C2C06ACAE14}" dt="2024-11-27T01:11:39.392" v="1140"/>
        <pc:sldMasterMkLst>
          <pc:docMk/>
          <pc:sldMasterMk cId="1919167372" sldId="2147483648"/>
        </pc:sldMasterMkLst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asterMk cId="1919167372" sldId="2147483648"/>
            <ac:spMk id="2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asterMk cId="1919167372" sldId="2147483648"/>
            <ac:spMk id="3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asterMk cId="1919167372" sldId="2147483648"/>
            <ac:spMk id="4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asterMk cId="1919167372" sldId="2147483648"/>
            <ac:spMk id="5" creationId="{00000000-0000-0000-0000-000000000000}"/>
          </ac:spMkLst>
        </pc:spChg>
        <pc:spChg chg="mod">
          <ac:chgData name="TIG 川原 秀之/Kawahara, Hideyuki (NTT DATA)" userId="04d591ac-c8d2-4ae1-89b1-89131cc43a1c" providerId="ADAL" clId="{A594A8A7-6C10-46A5-8038-2C2C06ACAE14}" dt="2024-11-27T01:11:39.392" v="1140"/>
          <ac:spMkLst>
            <pc:docMk/>
            <pc:sldMasterMk cId="1919167372" sldId="2147483648"/>
            <ac:spMk id="6" creationId="{00000000-0000-0000-0000-000000000000}"/>
          </ac:spMkLst>
        </pc:spChg>
        <pc:sldLayoutChg chg="modSp">
          <pc:chgData name="TIG 川原 秀之/Kawahara, Hideyuki (NTT DATA)" userId="04d591ac-c8d2-4ae1-89b1-89131cc43a1c" providerId="ADAL" clId="{A594A8A7-6C10-46A5-8038-2C2C06ACAE14}" dt="2024-11-27T01:11:39.392" v="1140"/>
          <pc:sldLayoutMkLst>
            <pc:docMk/>
            <pc:sldMasterMk cId="1919167372" sldId="2147483648"/>
            <pc:sldLayoutMk cId="2957268178" sldId="2147483649"/>
          </pc:sldLayoutMkLst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2957268178" sldId="2147483649"/>
              <ac:spMk id="2" creationId="{00000000-0000-0000-0000-000000000000}"/>
            </ac:spMkLst>
          </pc:spChg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2957268178" sldId="2147483649"/>
              <ac:spMk id="3" creationId="{00000000-0000-0000-0000-000000000000}"/>
            </ac:spMkLst>
          </pc:spChg>
        </pc:sldLayoutChg>
        <pc:sldLayoutChg chg="modSp">
          <pc:chgData name="TIG 川原 秀之/Kawahara, Hideyuki (NTT DATA)" userId="04d591ac-c8d2-4ae1-89b1-89131cc43a1c" providerId="ADAL" clId="{A594A8A7-6C10-46A5-8038-2C2C06ACAE14}" dt="2024-11-27T01:11:39.392" v="1140"/>
          <pc:sldLayoutMkLst>
            <pc:docMk/>
            <pc:sldMasterMk cId="1919167372" sldId="2147483648"/>
            <pc:sldLayoutMk cId="492095304" sldId="2147483651"/>
          </pc:sldLayoutMkLst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492095304" sldId="2147483651"/>
              <ac:spMk id="2" creationId="{00000000-0000-0000-0000-000000000000}"/>
            </ac:spMkLst>
          </pc:spChg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492095304" sldId="2147483651"/>
              <ac:spMk id="3" creationId="{00000000-0000-0000-0000-000000000000}"/>
            </ac:spMkLst>
          </pc:spChg>
        </pc:sldLayoutChg>
        <pc:sldLayoutChg chg="modSp">
          <pc:chgData name="TIG 川原 秀之/Kawahara, Hideyuki (NTT DATA)" userId="04d591ac-c8d2-4ae1-89b1-89131cc43a1c" providerId="ADAL" clId="{A594A8A7-6C10-46A5-8038-2C2C06ACAE14}" dt="2024-11-27T01:11:39.392" v="1140"/>
          <pc:sldLayoutMkLst>
            <pc:docMk/>
            <pc:sldMasterMk cId="1919167372" sldId="2147483648"/>
            <pc:sldLayoutMk cId="1557712202" sldId="2147483652"/>
          </pc:sldLayoutMkLst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1557712202" sldId="2147483652"/>
              <ac:spMk id="3" creationId="{00000000-0000-0000-0000-000000000000}"/>
            </ac:spMkLst>
          </pc:spChg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1557712202" sldId="2147483652"/>
              <ac:spMk id="4" creationId="{00000000-0000-0000-0000-000000000000}"/>
            </ac:spMkLst>
          </pc:spChg>
        </pc:sldLayoutChg>
        <pc:sldLayoutChg chg="modSp">
          <pc:chgData name="TIG 川原 秀之/Kawahara, Hideyuki (NTT DATA)" userId="04d591ac-c8d2-4ae1-89b1-89131cc43a1c" providerId="ADAL" clId="{A594A8A7-6C10-46A5-8038-2C2C06ACAE14}" dt="2024-11-27T01:11:39.392" v="1140"/>
          <pc:sldLayoutMkLst>
            <pc:docMk/>
            <pc:sldMasterMk cId="1919167372" sldId="2147483648"/>
            <pc:sldLayoutMk cId="638338655" sldId="2147483653"/>
          </pc:sldLayoutMkLst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638338655" sldId="2147483653"/>
              <ac:spMk id="3" creationId="{00000000-0000-0000-0000-000000000000}"/>
            </ac:spMkLst>
          </pc:spChg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638338655" sldId="2147483653"/>
              <ac:spMk id="4" creationId="{00000000-0000-0000-0000-000000000000}"/>
            </ac:spMkLst>
          </pc:spChg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638338655" sldId="2147483653"/>
              <ac:spMk id="5" creationId="{00000000-0000-0000-0000-000000000000}"/>
            </ac:spMkLst>
          </pc:spChg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638338655" sldId="2147483653"/>
              <ac:spMk id="6" creationId="{00000000-0000-0000-0000-000000000000}"/>
            </ac:spMkLst>
          </pc:spChg>
        </pc:sldLayoutChg>
        <pc:sldLayoutChg chg="modSp">
          <pc:chgData name="TIG 川原 秀之/Kawahara, Hideyuki (NTT DATA)" userId="04d591ac-c8d2-4ae1-89b1-89131cc43a1c" providerId="ADAL" clId="{A594A8A7-6C10-46A5-8038-2C2C06ACAE14}" dt="2024-11-27T01:11:39.392" v="1140"/>
          <pc:sldLayoutMkLst>
            <pc:docMk/>
            <pc:sldMasterMk cId="1919167372" sldId="2147483648"/>
            <pc:sldLayoutMk cId="3549694789" sldId="2147483656"/>
          </pc:sldLayoutMkLst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3549694789" sldId="2147483656"/>
              <ac:spMk id="2" creationId="{00000000-0000-0000-0000-000000000000}"/>
            </ac:spMkLst>
          </pc:spChg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3549694789" sldId="2147483656"/>
              <ac:spMk id="3" creationId="{00000000-0000-0000-0000-000000000000}"/>
            </ac:spMkLst>
          </pc:spChg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3549694789" sldId="2147483656"/>
              <ac:spMk id="4" creationId="{00000000-0000-0000-0000-000000000000}"/>
            </ac:spMkLst>
          </pc:spChg>
        </pc:sldLayoutChg>
        <pc:sldLayoutChg chg="modSp">
          <pc:chgData name="TIG 川原 秀之/Kawahara, Hideyuki (NTT DATA)" userId="04d591ac-c8d2-4ae1-89b1-89131cc43a1c" providerId="ADAL" clId="{A594A8A7-6C10-46A5-8038-2C2C06ACAE14}" dt="2024-11-27T01:11:39.392" v="1140"/>
          <pc:sldLayoutMkLst>
            <pc:docMk/>
            <pc:sldMasterMk cId="1919167372" sldId="2147483648"/>
            <pc:sldLayoutMk cId="2928006269" sldId="2147483657"/>
          </pc:sldLayoutMkLst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2928006269" sldId="2147483657"/>
              <ac:spMk id="2" creationId="{00000000-0000-0000-0000-000000000000}"/>
            </ac:spMkLst>
          </pc:spChg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2928006269" sldId="2147483657"/>
              <ac:spMk id="3" creationId="{00000000-0000-0000-0000-000000000000}"/>
            </ac:spMkLst>
          </pc:spChg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2928006269" sldId="2147483657"/>
              <ac:spMk id="4" creationId="{00000000-0000-0000-0000-000000000000}"/>
            </ac:spMkLst>
          </pc:spChg>
        </pc:sldLayoutChg>
        <pc:sldLayoutChg chg="modSp">
          <pc:chgData name="TIG 川原 秀之/Kawahara, Hideyuki (NTT DATA)" userId="04d591ac-c8d2-4ae1-89b1-89131cc43a1c" providerId="ADAL" clId="{A594A8A7-6C10-46A5-8038-2C2C06ACAE14}" dt="2024-11-27T01:11:39.392" v="1140"/>
          <pc:sldLayoutMkLst>
            <pc:docMk/>
            <pc:sldMasterMk cId="1919167372" sldId="2147483648"/>
            <pc:sldLayoutMk cId="75369614" sldId="2147483659"/>
          </pc:sldLayoutMkLst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75369614" sldId="2147483659"/>
              <ac:spMk id="2" creationId="{00000000-0000-0000-0000-000000000000}"/>
            </ac:spMkLst>
          </pc:spChg>
          <pc:spChg chg="mod">
            <ac:chgData name="TIG 川原 秀之/Kawahara, Hideyuki (NTT DATA)" userId="04d591ac-c8d2-4ae1-89b1-89131cc43a1c" providerId="ADAL" clId="{A594A8A7-6C10-46A5-8038-2C2C06ACAE14}" dt="2024-11-27T01:11:39.392" v="1140"/>
            <ac:spMkLst>
              <pc:docMk/>
              <pc:sldMasterMk cId="1919167372" sldId="2147483648"/>
              <pc:sldLayoutMk cId="75369614" sldId="2147483659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B47352-BF5A-4CD2-B029-996118CD8E01}" type="datetimeFigureOut">
              <a:rPr kumimoji="1" lang="ja-JP" altLang="en-US" smtClean="0"/>
              <a:pPr/>
              <a:t>2024/12/27</a:t>
            </a:fld>
            <a:endParaRPr kumimoji="1" lang="ja-JP" altLang="en-US" dirty="0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3CFFA3-9D07-4088-826B-DF328166082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63212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79770" rtl="0" eaLnBrk="1" latinLnBrk="0" hangingPunct="1">
      <a:defRPr kumimoji="1" sz="1681" kern="1200">
        <a:solidFill>
          <a:schemeClr val="tx1"/>
        </a:solidFill>
        <a:latin typeface="+mn-lt"/>
        <a:ea typeface="+mn-ea"/>
        <a:cs typeface="+mn-cs"/>
      </a:defRPr>
    </a:lvl1pPr>
    <a:lvl2pPr marL="639886" algn="l" defTabSz="1279770" rtl="0" eaLnBrk="1" latinLnBrk="0" hangingPunct="1">
      <a:defRPr kumimoji="1" sz="1681" kern="1200">
        <a:solidFill>
          <a:schemeClr val="tx1"/>
        </a:solidFill>
        <a:latin typeface="+mn-lt"/>
        <a:ea typeface="+mn-ea"/>
        <a:cs typeface="+mn-cs"/>
      </a:defRPr>
    </a:lvl2pPr>
    <a:lvl3pPr marL="1279770" algn="l" defTabSz="1279770" rtl="0" eaLnBrk="1" latinLnBrk="0" hangingPunct="1">
      <a:defRPr kumimoji="1" sz="1681" kern="1200">
        <a:solidFill>
          <a:schemeClr val="tx1"/>
        </a:solidFill>
        <a:latin typeface="+mn-lt"/>
        <a:ea typeface="+mn-ea"/>
        <a:cs typeface="+mn-cs"/>
      </a:defRPr>
    </a:lvl3pPr>
    <a:lvl4pPr marL="1919653" algn="l" defTabSz="1279770" rtl="0" eaLnBrk="1" latinLnBrk="0" hangingPunct="1">
      <a:defRPr kumimoji="1" sz="1681" kern="1200">
        <a:solidFill>
          <a:schemeClr val="tx1"/>
        </a:solidFill>
        <a:latin typeface="+mn-lt"/>
        <a:ea typeface="+mn-ea"/>
        <a:cs typeface="+mn-cs"/>
      </a:defRPr>
    </a:lvl4pPr>
    <a:lvl5pPr marL="2559538" algn="l" defTabSz="1279770" rtl="0" eaLnBrk="1" latinLnBrk="0" hangingPunct="1">
      <a:defRPr kumimoji="1" sz="1681" kern="1200">
        <a:solidFill>
          <a:schemeClr val="tx1"/>
        </a:solidFill>
        <a:latin typeface="+mn-lt"/>
        <a:ea typeface="+mn-ea"/>
        <a:cs typeface="+mn-cs"/>
      </a:defRPr>
    </a:lvl5pPr>
    <a:lvl6pPr marL="3199423" algn="l" defTabSz="1279770" rtl="0" eaLnBrk="1" latinLnBrk="0" hangingPunct="1">
      <a:defRPr kumimoji="1" sz="1681" kern="1200">
        <a:solidFill>
          <a:schemeClr val="tx1"/>
        </a:solidFill>
        <a:latin typeface="+mn-lt"/>
        <a:ea typeface="+mn-ea"/>
        <a:cs typeface="+mn-cs"/>
      </a:defRPr>
    </a:lvl6pPr>
    <a:lvl7pPr marL="3839309" algn="l" defTabSz="1279770" rtl="0" eaLnBrk="1" latinLnBrk="0" hangingPunct="1">
      <a:defRPr kumimoji="1" sz="1681" kern="1200">
        <a:solidFill>
          <a:schemeClr val="tx1"/>
        </a:solidFill>
        <a:latin typeface="+mn-lt"/>
        <a:ea typeface="+mn-ea"/>
        <a:cs typeface="+mn-cs"/>
      </a:defRPr>
    </a:lvl7pPr>
    <a:lvl8pPr marL="4479192" algn="l" defTabSz="1279770" rtl="0" eaLnBrk="1" latinLnBrk="0" hangingPunct="1">
      <a:defRPr kumimoji="1" sz="1681" kern="1200">
        <a:solidFill>
          <a:schemeClr val="tx1"/>
        </a:solidFill>
        <a:latin typeface="+mn-lt"/>
        <a:ea typeface="+mn-ea"/>
        <a:cs typeface="+mn-cs"/>
      </a:defRPr>
    </a:lvl8pPr>
    <a:lvl9pPr marL="5119076" algn="l" defTabSz="1279770" rtl="0" eaLnBrk="1" latinLnBrk="0" hangingPunct="1">
      <a:defRPr kumimoji="1" sz="168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960120" y="2982608"/>
            <a:ext cx="10881360" cy="2058035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920240" y="5440680"/>
            <a:ext cx="8961120" cy="24536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400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801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9202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5603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2004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8404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4805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12065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2024/12/27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57268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2024/12/27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56610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011240" y="6169673"/>
            <a:ext cx="10881360" cy="1906905"/>
          </a:xfrm>
        </p:spPr>
        <p:txBody>
          <a:bodyPr anchor="t"/>
          <a:lstStyle>
            <a:lvl1pPr algn="l">
              <a:defRPr sz="5600" b="1" cap="all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011240" y="4069407"/>
            <a:ext cx="10881360" cy="2100263"/>
          </a:xfrm>
        </p:spPr>
        <p:txBody>
          <a:bodyPr anchor="b"/>
          <a:lstStyle>
            <a:lvl1pPr marL="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640081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2pPr>
            <a:lvl3pPr marL="1280164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3pPr>
            <a:lvl4pPr marL="1920244" indent="0">
              <a:buNone/>
              <a:defRPr sz="1960">
                <a:solidFill>
                  <a:schemeClr val="tx1">
                    <a:tint val="75000"/>
                  </a:schemeClr>
                </a:solidFill>
              </a:defRPr>
            </a:lvl4pPr>
            <a:lvl5pPr marL="2560325" indent="0">
              <a:buNone/>
              <a:defRPr sz="1960">
                <a:solidFill>
                  <a:schemeClr val="tx1">
                    <a:tint val="75000"/>
                  </a:schemeClr>
                </a:solidFill>
              </a:defRPr>
            </a:lvl5pPr>
            <a:lvl6pPr marL="3200406" indent="0">
              <a:buNone/>
              <a:defRPr sz="1960">
                <a:solidFill>
                  <a:schemeClr val="tx1">
                    <a:tint val="75000"/>
                  </a:schemeClr>
                </a:solidFill>
              </a:defRPr>
            </a:lvl6pPr>
            <a:lvl7pPr marL="3840490" indent="0">
              <a:buNone/>
              <a:defRPr sz="1960">
                <a:solidFill>
                  <a:schemeClr val="tx1">
                    <a:tint val="75000"/>
                  </a:schemeClr>
                </a:solidFill>
              </a:defRPr>
            </a:lvl7pPr>
            <a:lvl8pPr marL="4480571" indent="0">
              <a:buNone/>
              <a:defRPr sz="1960">
                <a:solidFill>
                  <a:schemeClr val="tx1">
                    <a:tint val="75000"/>
                  </a:schemeClr>
                </a:solidFill>
              </a:defRPr>
            </a:lvl8pPr>
            <a:lvl9pPr marL="5120651" indent="0">
              <a:buNone/>
              <a:defRPr sz="1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2024/12/27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92095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640080" y="2240289"/>
            <a:ext cx="5654040" cy="6336348"/>
          </a:xfrm>
        </p:spPr>
        <p:txBody>
          <a:bodyPr/>
          <a:lstStyle>
            <a:lvl1pPr>
              <a:defRPr sz="3920"/>
            </a:lvl1pPr>
            <a:lvl2pPr>
              <a:defRPr sz="3360"/>
            </a:lvl2pPr>
            <a:lvl3pPr>
              <a:defRPr sz="2800"/>
            </a:lvl3pPr>
            <a:lvl4pPr>
              <a:defRPr sz="2520"/>
            </a:lvl4pPr>
            <a:lvl5pPr>
              <a:defRPr sz="2520"/>
            </a:lvl5pPr>
            <a:lvl6pPr>
              <a:defRPr sz="2520"/>
            </a:lvl6pPr>
            <a:lvl7pPr>
              <a:defRPr sz="2520"/>
            </a:lvl7pPr>
            <a:lvl8pPr>
              <a:defRPr sz="2520"/>
            </a:lvl8pPr>
            <a:lvl9pPr>
              <a:defRPr sz="252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507480" y="2240289"/>
            <a:ext cx="5654040" cy="6336348"/>
          </a:xfrm>
        </p:spPr>
        <p:txBody>
          <a:bodyPr/>
          <a:lstStyle>
            <a:lvl1pPr>
              <a:defRPr sz="3920"/>
            </a:lvl1pPr>
            <a:lvl2pPr>
              <a:defRPr sz="3360"/>
            </a:lvl2pPr>
            <a:lvl3pPr>
              <a:defRPr sz="2800"/>
            </a:lvl3pPr>
            <a:lvl4pPr>
              <a:defRPr sz="2520"/>
            </a:lvl4pPr>
            <a:lvl5pPr>
              <a:defRPr sz="2520"/>
            </a:lvl5pPr>
            <a:lvl6pPr>
              <a:defRPr sz="2520"/>
            </a:lvl6pPr>
            <a:lvl7pPr>
              <a:defRPr sz="2520"/>
            </a:lvl7pPr>
            <a:lvl8pPr>
              <a:defRPr sz="2520"/>
            </a:lvl8pPr>
            <a:lvl9pPr>
              <a:defRPr sz="252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2024/12/27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577122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40091" y="2149162"/>
            <a:ext cx="5656263" cy="89566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1" indent="0">
              <a:buNone/>
              <a:defRPr sz="2800" b="1"/>
            </a:lvl2pPr>
            <a:lvl3pPr marL="1280164" indent="0">
              <a:buNone/>
              <a:defRPr sz="2520" b="1"/>
            </a:lvl3pPr>
            <a:lvl4pPr marL="1920244" indent="0">
              <a:buNone/>
              <a:defRPr sz="2240" b="1"/>
            </a:lvl4pPr>
            <a:lvl5pPr marL="2560325" indent="0">
              <a:buNone/>
              <a:defRPr sz="2240" b="1"/>
            </a:lvl5pPr>
            <a:lvl6pPr marL="3200406" indent="0">
              <a:buNone/>
              <a:defRPr sz="2240" b="1"/>
            </a:lvl6pPr>
            <a:lvl7pPr marL="3840490" indent="0">
              <a:buNone/>
              <a:defRPr sz="2240" b="1"/>
            </a:lvl7pPr>
            <a:lvl8pPr marL="4480571" indent="0">
              <a:buNone/>
              <a:defRPr sz="2240" b="1"/>
            </a:lvl8pPr>
            <a:lvl9pPr marL="5120651" indent="0">
              <a:buNone/>
              <a:defRPr sz="224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40091" y="3044830"/>
            <a:ext cx="5656263" cy="5531803"/>
          </a:xfrm>
        </p:spPr>
        <p:txBody>
          <a:bodyPr/>
          <a:lstStyle>
            <a:lvl1pPr>
              <a:defRPr sz="3360"/>
            </a:lvl1pPr>
            <a:lvl2pPr>
              <a:defRPr sz="2800"/>
            </a:lvl2pPr>
            <a:lvl3pPr>
              <a:defRPr sz="2520"/>
            </a:lvl3pPr>
            <a:lvl4pPr>
              <a:defRPr sz="2240"/>
            </a:lvl4pPr>
            <a:lvl5pPr>
              <a:defRPr sz="2240"/>
            </a:lvl5pPr>
            <a:lvl6pPr>
              <a:defRPr sz="2240"/>
            </a:lvl6pPr>
            <a:lvl7pPr>
              <a:defRPr sz="2240"/>
            </a:lvl7pPr>
            <a:lvl8pPr>
              <a:defRPr sz="2240"/>
            </a:lvl8pPr>
            <a:lvl9pPr>
              <a:defRPr sz="224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503046" y="2149162"/>
            <a:ext cx="5658485" cy="89566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1" indent="0">
              <a:buNone/>
              <a:defRPr sz="2800" b="1"/>
            </a:lvl2pPr>
            <a:lvl3pPr marL="1280164" indent="0">
              <a:buNone/>
              <a:defRPr sz="2520" b="1"/>
            </a:lvl3pPr>
            <a:lvl4pPr marL="1920244" indent="0">
              <a:buNone/>
              <a:defRPr sz="2240" b="1"/>
            </a:lvl4pPr>
            <a:lvl5pPr marL="2560325" indent="0">
              <a:buNone/>
              <a:defRPr sz="2240" b="1"/>
            </a:lvl5pPr>
            <a:lvl6pPr marL="3200406" indent="0">
              <a:buNone/>
              <a:defRPr sz="2240" b="1"/>
            </a:lvl6pPr>
            <a:lvl7pPr marL="3840490" indent="0">
              <a:buNone/>
              <a:defRPr sz="2240" b="1"/>
            </a:lvl7pPr>
            <a:lvl8pPr marL="4480571" indent="0">
              <a:buNone/>
              <a:defRPr sz="2240" b="1"/>
            </a:lvl8pPr>
            <a:lvl9pPr marL="5120651" indent="0">
              <a:buNone/>
              <a:defRPr sz="224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503046" y="3044830"/>
            <a:ext cx="5658485" cy="5531803"/>
          </a:xfrm>
        </p:spPr>
        <p:txBody>
          <a:bodyPr/>
          <a:lstStyle>
            <a:lvl1pPr>
              <a:defRPr sz="3360"/>
            </a:lvl1pPr>
            <a:lvl2pPr>
              <a:defRPr sz="2800"/>
            </a:lvl2pPr>
            <a:lvl3pPr>
              <a:defRPr sz="2520"/>
            </a:lvl3pPr>
            <a:lvl4pPr>
              <a:defRPr sz="2240"/>
            </a:lvl4pPr>
            <a:lvl5pPr>
              <a:defRPr sz="2240"/>
            </a:lvl5pPr>
            <a:lvl6pPr>
              <a:defRPr sz="2240"/>
            </a:lvl6pPr>
            <a:lvl7pPr>
              <a:defRPr sz="2240"/>
            </a:lvl7pPr>
            <a:lvl8pPr>
              <a:defRPr sz="2240"/>
            </a:lvl8pPr>
            <a:lvl9pPr>
              <a:defRPr sz="224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2024/12/27</a:t>
            </a:fld>
            <a:endParaRPr kumimoji="1" lang="ja-JP" altLang="en-US" dirty="0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638338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2024/12/27</a:t>
            </a:fld>
            <a:endParaRPr kumimoji="1" lang="ja-JP" altLang="en-US" dirty="0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63778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2024/12/27</a:t>
            </a:fld>
            <a:endParaRPr kumimoji="1" lang="ja-JP" altLang="en-US" dirty="0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5753236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40092" y="382270"/>
            <a:ext cx="4211639" cy="1626870"/>
          </a:xfrm>
        </p:spPr>
        <p:txBody>
          <a:bodyPr anchor="b"/>
          <a:lstStyle>
            <a:lvl1pPr algn="l">
              <a:defRPr sz="2800"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005077" y="382279"/>
            <a:ext cx="7156451" cy="8194358"/>
          </a:xfrm>
        </p:spPr>
        <p:txBody>
          <a:bodyPr/>
          <a:lstStyle>
            <a:lvl1pPr>
              <a:defRPr sz="4481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640092" y="2009146"/>
            <a:ext cx="4211639" cy="6567488"/>
          </a:xfrm>
        </p:spPr>
        <p:txBody>
          <a:bodyPr/>
          <a:lstStyle>
            <a:lvl1pPr marL="0" indent="0">
              <a:buNone/>
              <a:defRPr sz="1960"/>
            </a:lvl1pPr>
            <a:lvl2pPr marL="640081" indent="0">
              <a:buNone/>
              <a:defRPr sz="1680"/>
            </a:lvl2pPr>
            <a:lvl3pPr marL="1280164" indent="0">
              <a:buNone/>
              <a:defRPr sz="1400"/>
            </a:lvl3pPr>
            <a:lvl4pPr marL="1920244" indent="0">
              <a:buNone/>
              <a:defRPr sz="1260"/>
            </a:lvl4pPr>
            <a:lvl5pPr marL="2560325" indent="0">
              <a:buNone/>
              <a:defRPr sz="1260"/>
            </a:lvl5pPr>
            <a:lvl6pPr marL="3200406" indent="0">
              <a:buNone/>
              <a:defRPr sz="1260"/>
            </a:lvl6pPr>
            <a:lvl7pPr marL="3840490" indent="0">
              <a:buNone/>
              <a:defRPr sz="1260"/>
            </a:lvl7pPr>
            <a:lvl8pPr marL="4480571" indent="0">
              <a:buNone/>
              <a:defRPr sz="1260"/>
            </a:lvl8pPr>
            <a:lvl9pPr marL="5120651" indent="0">
              <a:buNone/>
              <a:defRPr sz="126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2024/12/27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496947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509203" y="6720845"/>
            <a:ext cx="7680960" cy="793433"/>
          </a:xfrm>
        </p:spPr>
        <p:txBody>
          <a:bodyPr anchor="b"/>
          <a:lstStyle>
            <a:lvl1pPr algn="l">
              <a:defRPr sz="2800" b="1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2509203" y="857887"/>
            <a:ext cx="7680960" cy="5760720"/>
          </a:xfrm>
        </p:spPr>
        <p:txBody>
          <a:bodyPr/>
          <a:lstStyle>
            <a:lvl1pPr marL="0" indent="0">
              <a:buNone/>
              <a:defRPr sz="4481"/>
            </a:lvl1pPr>
            <a:lvl2pPr marL="640081" indent="0">
              <a:buNone/>
              <a:defRPr sz="3920"/>
            </a:lvl2pPr>
            <a:lvl3pPr marL="1280164" indent="0">
              <a:buNone/>
              <a:defRPr sz="3360"/>
            </a:lvl3pPr>
            <a:lvl4pPr marL="1920244" indent="0">
              <a:buNone/>
              <a:defRPr sz="2800"/>
            </a:lvl4pPr>
            <a:lvl5pPr marL="2560325" indent="0">
              <a:buNone/>
              <a:defRPr sz="2800"/>
            </a:lvl5pPr>
            <a:lvl6pPr marL="3200406" indent="0">
              <a:buNone/>
              <a:defRPr sz="2800"/>
            </a:lvl6pPr>
            <a:lvl7pPr marL="3840490" indent="0">
              <a:buNone/>
              <a:defRPr sz="2800"/>
            </a:lvl7pPr>
            <a:lvl8pPr marL="4480571" indent="0">
              <a:buNone/>
              <a:defRPr sz="2800"/>
            </a:lvl8pPr>
            <a:lvl9pPr marL="5120651" indent="0">
              <a:buNone/>
              <a:defRPr sz="2800"/>
            </a:lvl9pPr>
          </a:lstStyle>
          <a:p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2509203" y="7514275"/>
            <a:ext cx="7680960" cy="1126808"/>
          </a:xfrm>
        </p:spPr>
        <p:txBody>
          <a:bodyPr/>
          <a:lstStyle>
            <a:lvl1pPr marL="0" indent="0">
              <a:buNone/>
              <a:defRPr sz="1960"/>
            </a:lvl1pPr>
            <a:lvl2pPr marL="640081" indent="0">
              <a:buNone/>
              <a:defRPr sz="1680"/>
            </a:lvl2pPr>
            <a:lvl3pPr marL="1280164" indent="0">
              <a:buNone/>
              <a:defRPr sz="1400"/>
            </a:lvl3pPr>
            <a:lvl4pPr marL="1920244" indent="0">
              <a:buNone/>
              <a:defRPr sz="1260"/>
            </a:lvl4pPr>
            <a:lvl5pPr marL="2560325" indent="0">
              <a:buNone/>
              <a:defRPr sz="1260"/>
            </a:lvl5pPr>
            <a:lvl6pPr marL="3200406" indent="0">
              <a:buNone/>
              <a:defRPr sz="1260"/>
            </a:lvl6pPr>
            <a:lvl7pPr marL="3840490" indent="0">
              <a:buNone/>
              <a:defRPr sz="1260"/>
            </a:lvl7pPr>
            <a:lvl8pPr marL="4480571" indent="0">
              <a:buNone/>
              <a:defRPr sz="1260"/>
            </a:lvl8pPr>
            <a:lvl9pPr marL="5120651" indent="0">
              <a:buNone/>
              <a:defRPr sz="126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2024/12/27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280062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2024/12/27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92483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9281160" y="384507"/>
            <a:ext cx="2880360" cy="8192135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640080" y="384507"/>
            <a:ext cx="8427720" cy="8192135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B12EC-6AA0-374B-A2D3-850081A07A26}" type="datetimeFigureOut">
              <a:rPr kumimoji="1" lang="ja-JP" altLang="en-US" smtClean="0"/>
              <a:pPr/>
              <a:t>2024/12/27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5369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40080" y="384493"/>
            <a:ext cx="11521440" cy="1600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40080" y="2240289"/>
            <a:ext cx="11521440" cy="63363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640080" y="8898904"/>
            <a:ext cx="29870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9B12EC-6AA0-374B-A2D3-850081A07A26}" type="datetimeFigureOut">
              <a:rPr kumimoji="1" lang="ja-JP" altLang="en-US" smtClean="0"/>
              <a:pPr/>
              <a:t>2024/12/27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373880" y="8898904"/>
            <a:ext cx="40538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9174480" y="8898904"/>
            <a:ext cx="29870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7EF739-006C-E447-A3B9-2B495A864FAC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19167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640081" rtl="0" eaLnBrk="1" latinLnBrk="0" hangingPunct="1">
        <a:spcBef>
          <a:spcPct val="0"/>
        </a:spcBef>
        <a:buNone/>
        <a:defRPr kumimoji="1"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61" indent="-480061" algn="l" defTabSz="640081" rtl="0" eaLnBrk="1" latinLnBrk="0" hangingPunct="1">
        <a:spcBef>
          <a:spcPct val="20000"/>
        </a:spcBef>
        <a:buFont typeface="Arial"/>
        <a:buChar char="•"/>
        <a:defRPr kumimoji="1" sz="4481" kern="1200">
          <a:solidFill>
            <a:schemeClr val="tx1"/>
          </a:solidFill>
          <a:latin typeface="+mn-lt"/>
          <a:ea typeface="+mn-ea"/>
          <a:cs typeface="+mn-cs"/>
        </a:defRPr>
      </a:lvl1pPr>
      <a:lvl2pPr marL="1040133" indent="-400053" algn="l" defTabSz="640081" rtl="0" eaLnBrk="1" latinLnBrk="0" hangingPunct="1">
        <a:spcBef>
          <a:spcPct val="20000"/>
        </a:spcBef>
        <a:buFont typeface="Arial"/>
        <a:buChar char="–"/>
        <a:defRPr kumimoji="1" sz="392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4" indent="-320041" algn="l" defTabSz="640081" rtl="0" eaLnBrk="1" latinLnBrk="0" hangingPunct="1">
        <a:spcBef>
          <a:spcPct val="20000"/>
        </a:spcBef>
        <a:buFont typeface="Arial"/>
        <a:buChar char="•"/>
        <a:defRPr kumimoji="1" sz="336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4" indent="-320041" algn="l" defTabSz="640081" rtl="0" eaLnBrk="1" latinLnBrk="0" hangingPunct="1">
        <a:spcBef>
          <a:spcPct val="20000"/>
        </a:spcBef>
        <a:buFont typeface="Arial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6" indent="-320041" algn="l" defTabSz="640081" rtl="0" eaLnBrk="1" latinLnBrk="0" hangingPunct="1">
        <a:spcBef>
          <a:spcPct val="20000"/>
        </a:spcBef>
        <a:buFont typeface="Arial"/>
        <a:buChar char="»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9" indent="-320041" algn="l" defTabSz="640081" rtl="0" eaLnBrk="1" latinLnBrk="0" hangingPunct="1">
        <a:spcBef>
          <a:spcPct val="20000"/>
        </a:spcBef>
        <a:buFont typeface="Arial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30" indent="-320041" algn="l" defTabSz="640081" rtl="0" eaLnBrk="1" latinLnBrk="0" hangingPunct="1">
        <a:spcBef>
          <a:spcPct val="20000"/>
        </a:spcBef>
        <a:buFont typeface="Arial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11" indent="-320041" algn="l" defTabSz="640081" rtl="0" eaLnBrk="1" latinLnBrk="0" hangingPunct="1">
        <a:spcBef>
          <a:spcPct val="20000"/>
        </a:spcBef>
        <a:buFont typeface="Arial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92" indent="-320041" algn="l" defTabSz="640081" rtl="0" eaLnBrk="1" latinLnBrk="0" hangingPunct="1">
        <a:spcBef>
          <a:spcPct val="20000"/>
        </a:spcBef>
        <a:buFont typeface="Arial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40081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1" algn="l" defTabSz="640081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4" algn="l" defTabSz="640081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4" algn="l" defTabSz="640081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5" algn="l" defTabSz="640081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6" algn="l" defTabSz="640081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90" algn="l" defTabSz="640081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71" algn="l" defTabSz="640081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51" algn="l" defTabSz="640081" rtl="0" eaLnBrk="1" latinLnBrk="0" hangingPunct="1">
        <a:defRPr kumimoji="1"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5031259"/>
              </p:ext>
            </p:extLst>
          </p:nvPr>
        </p:nvGraphicFramePr>
        <p:xfrm>
          <a:off x="1626871" y="5839142"/>
          <a:ext cx="3587118" cy="1568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35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3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217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value(key)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label(value)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17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1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Received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217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2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Sent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217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3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Cancelled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正方形/長方形 5"/>
          <p:cNvSpPr/>
          <p:nvPr/>
        </p:nvSpPr>
        <p:spPr>
          <a:xfrm>
            <a:off x="1506862" y="5583559"/>
            <a:ext cx="38538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80" b="1" dirty="0">
                <a:solidFill>
                  <a:schemeClr val="tx1"/>
                </a:solidFill>
              </a:rPr>
              <a:t>Map&lt;String,String&gt; </a:t>
            </a:r>
            <a:r>
              <a:rPr lang="en-US" altLang="ja-JP" sz="1680" b="1" dirty="0">
                <a:solidFill>
                  <a:srgbClr val="0070C0"/>
                </a:solidFill>
              </a:rPr>
              <a:t>CL_ORDERSTATUS</a:t>
            </a:r>
            <a:endParaRPr lang="ja-JP" altLang="en-US" sz="1680" b="1" dirty="0">
              <a:solidFill>
                <a:srgbClr val="0070C0"/>
              </a:solidFill>
            </a:endParaRPr>
          </a:p>
        </p:txBody>
      </p:sp>
      <p:cxnSp>
        <p:nvCxnSpPr>
          <p:cNvPr id="33" name="直線コネクタ 32"/>
          <p:cNvCxnSpPr>
            <a:cxnSpLocks/>
          </p:cNvCxnSpPr>
          <p:nvPr/>
        </p:nvCxnSpPr>
        <p:spPr>
          <a:xfrm>
            <a:off x="155582" y="3505506"/>
            <a:ext cx="2223" cy="3080404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/>
          <p:cNvCxnSpPr>
            <a:cxnSpLocks/>
          </p:cNvCxnSpPr>
          <p:nvPr/>
        </p:nvCxnSpPr>
        <p:spPr>
          <a:xfrm>
            <a:off x="160026" y="6583689"/>
            <a:ext cx="2106933" cy="2223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正方形/長方形 52"/>
          <p:cNvSpPr/>
          <p:nvPr/>
        </p:nvSpPr>
        <p:spPr>
          <a:xfrm>
            <a:off x="931850" y="7877189"/>
            <a:ext cx="5280660" cy="1573529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b="1" dirty="0">
                <a:solidFill>
                  <a:schemeClr val="tx1"/>
                </a:solidFill>
              </a:rPr>
              <a:t>&lt;select id="orderStatus" name="orderStatus" &gt; 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&lt;option value="1"&gt;Received&lt;/option&gt;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&lt;option value="2"&gt;Sent&lt;/option&gt;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&lt;option value="3"&gt;Cancelled&lt;/option&gt;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&lt;/select&gt; </a:t>
            </a:r>
          </a:p>
        </p:txBody>
      </p:sp>
      <p:sp>
        <p:nvSpPr>
          <p:cNvPr id="55" name="正方形/長方形 54"/>
          <p:cNvSpPr/>
          <p:nvPr/>
        </p:nvSpPr>
        <p:spPr>
          <a:xfrm>
            <a:off x="931858" y="7621591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html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6" name="正方形/長方形 55"/>
          <p:cNvSpPr/>
          <p:nvPr/>
        </p:nvSpPr>
        <p:spPr>
          <a:xfrm>
            <a:off x="2266962" y="6290314"/>
            <a:ext cx="560071" cy="1085024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1" name="正方形/長方形 60"/>
          <p:cNvSpPr/>
          <p:nvPr/>
        </p:nvSpPr>
        <p:spPr>
          <a:xfrm>
            <a:off x="3592200" y="6263644"/>
            <a:ext cx="1448447" cy="1085024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2" name="正方形/長方形 61"/>
          <p:cNvSpPr/>
          <p:nvPr/>
        </p:nvSpPr>
        <p:spPr>
          <a:xfrm>
            <a:off x="1240164" y="8300357"/>
            <a:ext cx="1647719" cy="750302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3" name="正方形/長方形 62"/>
          <p:cNvSpPr/>
          <p:nvPr/>
        </p:nvSpPr>
        <p:spPr>
          <a:xfrm>
            <a:off x="2938658" y="8300357"/>
            <a:ext cx="1823842" cy="750302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66" name="直線コネクタ 65"/>
          <p:cNvCxnSpPr>
            <a:cxnSpLocks/>
          </p:cNvCxnSpPr>
          <p:nvPr/>
        </p:nvCxnSpPr>
        <p:spPr>
          <a:xfrm rot="10800000">
            <a:off x="160033" y="7092641"/>
            <a:ext cx="2106935" cy="2223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/>
          <p:cNvCxnSpPr>
            <a:cxnSpLocks/>
          </p:cNvCxnSpPr>
          <p:nvPr/>
        </p:nvCxnSpPr>
        <p:spPr>
          <a:xfrm>
            <a:off x="160030" y="8667275"/>
            <a:ext cx="1080135" cy="4450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線コネクタ 74"/>
          <p:cNvCxnSpPr>
            <a:cxnSpLocks/>
          </p:cNvCxnSpPr>
          <p:nvPr/>
        </p:nvCxnSpPr>
        <p:spPr>
          <a:xfrm rot="5400000">
            <a:off x="-627297" y="7882179"/>
            <a:ext cx="1579091" cy="2223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線コネクタ 77"/>
          <p:cNvCxnSpPr>
            <a:cxnSpLocks/>
          </p:cNvCxnSpPr>
          <p:nvPr/>
        </p:nvCxnSpPr>
        <p:spPr>
          <a:xfrm flipH="1">
            <a:off x="5905182" y="3505506"/>
            <a:ext cx="42233" cy="309485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直線矢印コネクタ 79"/>
          <p:cNvCxnSpPr>
            <a:cxnSpLocks/>
          </p:cNvCxnSpPr>
          <p:nvPr/>
        </p:nvCxnSpPr>
        <p:spPr>
          <a:xfrm rot="10800000">
            <a:off x="5040648" y="6600366"/>
            <a:ext cx="866775" cy="2223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直線コネクタ 80"/>
          <p:cNvCxnSpPr>
            <a:cxnSpLocks/>
          </p:cNvCxnSpPr>
          <p:nvPr/>
        </p:nvCxnSpPr>
        <p:spPr>
          <a:xfrm rot="10800000">
            <a:off x="5040649" y="7094867"/>
            <a:ext cx="869001" cy="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線コネクタ 81"/>
          <p:cNvCxnSpPr>
            <a:cxnSpLocks/>
          </p:cNvCxnSpPr>
          <p:nvPr/>
        </p:nvCxnSpPr>
        <p:spPr>
          <a:xfrm rot="5400000">
            <a:off x="5118430" y="7881624"/>
            <a:ext cx="1577979" cy="445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直線矢印コネクタ 83"/>
          <p:cNvCxnSpPr>
            <a:cxnSpLocks/>
          </p:cNvCxnSpPr>
          <p:nvPr/>
        </p:nvCxnSpPr>
        <p:spPr>
          <a:xfrm flipH="1">
            <a:off x="4762500" y="8672842"/>
            <a:ext cx="1147144" cy="2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正方形/長方形 89"/>
          <p:cNvSpPr/>
          <p:nvPr/>
        </p:nvSpPr>
        <p:spPr>
          <a:xfrm>
            <a:off x="7427608" y="5768916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JSP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4" name="右矢印 93"/>
          <p:cNvSpPr/>
          <p:nvPr/>
        </p:nvSpPr>
        <p:spPr>
          <a:xfrm>
            <a:off x="6212521" y="8757294"/>
            <a:ext cx="2775283" cy="586736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95" name="正方形/長方形 94"/>
          <p:cNvSpPr/>
          <p:nvPr/>
        </p:nvSpPr>
        <p:spPr>
          <a:xfrm>
            <a:off x="8968748" y="8186103"/>
            <a:ext cx="2920368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Browser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987808" y="8423924"/>
            <a:ext cx="3107055" cy="1253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33E0FB0-A8E2-59B7-400B-4A7DC74D611F}"/>
              </a:ext>
            </a:extLst>
          </p:cNvPr>
          <p:cNvSpPr/>
          <p:nvPr/>
        </p:nvSpPr>
        <p:spPr>
          <a:xfrm>
            <a:off x="7417116" y="4056841"/>
            <a:ext cx="4677747" cy="159443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&lt;select </a:t>
            </a:r>
            <a:r>
              <a:rPr lang="en-US" altLang="ja-JP" sz="1680" b="1" dirty="0" err="1">
                <a:solidFill>
                  <a:schemeClr val="tx1"/>
                </a:solidFill>
              </a:rPr>
              <a:t>th:field</a:t>
            </a:r>
            <a:r>
              <a:rPr lang="en-US" altLang="ja-JP" sz="1680" b="1" dirty="0">
                <a:solidFill>
                  <a:schemeClr val="tx1"/>
                </a:solidFill>
              </a:rPr>
              <a:t>=“*{</a:t>
            </a:r>
            <a:r>
              <a:rPr lang="en-US" altLang="ja-JP" sz="1680" b="1" dirty="0" err="1">
                <a:solidFill>
                  <a:schemeClr val="tx1"/>
                </a:solidFill>
              </a:rPr>
              <a:t>orderStatus</a:t>
            </a:r>
            <a:r>
              <a:rPr lang="en-US" altLang="ja-JP" sz="1680" b="1" dirty="0">
                <a:solidFill>
                  <a:schemeClr val="tx1"/>
                </a:solidFill>
              </a:rPr>
              <a:t>}"&gt;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&lt;option </a:t>
            </a:r>
            <a:r>
              <a:rPr lang="en-US" altLang="ja-JP" sz="1680" b="1" dirty="0" err="1">
                <a:solidFill>
                  <a:schemeClr val="tx1"/>
                </a:solidFill>
              </a:rPr>
              <a:t>th:each</a:t>
            </a:r>
            <a:r>
              <a:rPr lang="en-US" altLang="ja-JP" sz="1680" b="1" dirty="0">
                <a:solidFill>
                  <a:schemeClr val="tx1"/>
                </a:solidFill>
              </a:rPr>
              <a:t>=“order  :  ${</a:t>
            </a:r>
            <a:r>
              <a:rPr lang="en-US" altLang="ja-JP" sz="1680" b="1" dirty="0">
                <a:solidFill>
                  <a:srgbClr val="0070C0"/>
                </a:solidFill>
              </a:rPr>
              <a:t>CL_ORDERSTATUS</a:t>
            </a:r>
            <a:r>
              <a:rPr lang="en-US" altLang="ja-JP" sz="1680" b="1" dirty="0">
                <a:solidFill>
                  <a:schemeClr val="tx1"/>
                </a:solidFill>
              </a:rPr>
              <a:t>}“</a:t>
            </a:r>
          </a:p>
          <a:p>
            <a:r>
              <a:rPr lang="en-US" altLang="ja-JP" sz="1680" b="1" dirty="0">
                <a:solidFill>
                  <a:srgbClr val="0070C0"/>
                </a:solidFill>
              </a:rPr>
              <a:t>     </a:t>
            </a:r>
            <a:r>
              <a:rPr lang="en-US" altLang="ja-JP" sz="1680" b="1" dirty="0">
                <a:solidFill>
                  <a:schemeClr val="tx1"/>
                </a:solidFill>
              </a:rPr>
              <a:t> </a:t>
            </a:r>
            <a:r>
              <a:rPr lang="en-US" altLang="ja-JP" sz="1680" b="1" dirty="0" err="1">
                <a:solidFill>
                  <a:schemeClr val="tx1"/>
                </a:solidFill>
              </a:rPr>
              <a:t>th:value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order.key</a:t>
            </a:r>
            <a:r>
              <a:rPr lang="en-US" altLang="ja-JP" sz="1680" b="1" dirty="0">
                <a:solidFill>
                  <a:schemeClr val="tx1"/>
                </a:solidFill>
              </a:rPr>
              <a:t>}“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  </a:t>
            </a:r>
            <a:r>
              <a:rPr lang="en-US" altLang="ja-JP" sz="1680" b="1" dirty="0" err="1">
                <a:solidFill>
                  <a:schemeClr val="tx1"/>
                </a:solidFill>
              </a:rPr>
              <a:t>th:text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order.value</a:t>
            </a:r>
            <a:r>
              <a:rPr lang="en-US" altLang="ja-JP" sz="1680" b="1" dirty="0">
                <a:solidFill>
                  <a:schemeClr val="tx1"/>
                </a:solidFill>
              </a:rPr>
              <a:t>}“ /&gt;Order Status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&lt;/option&gt;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&lt;/select&gt;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D2A813E-5B22-000C-3DD0-781EB257E203}"/>
              </a:ext>
            </a:extLst>
          </p:cNvPr>
          <p:cNvSpPr/>
          <p:nvPr/>
        </p:nvSpPr>
        <p:spPr>
          <a:xfrm>
            <a:off x="7389508" y="3743918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 err="1">
                <a:solidFill>
                  <a:schemeClr val="tx1"/>
                </a:solidFill>
              </a:rPr>
              <a:t>Thymeleaf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7" name="カギ線コネクタ 88">
            <a:extLst>
              <a:ext uri="{FF2B5EF4-FFF2-40B4-BE49-F238E27FC236}">
                <a16:creationId xmlns:a16="http://schemas.microsoft.com/office/drawing/2014/main" id="{33112309-85C2-EFB7-E278-AA2B1468C2BF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5360680" y="4500238"/>
            <a:ext cx="2344111" cy="1211119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屈折矢印 91">
            <a:extLst>
              <a:ext uri="{FF2B5EF4-FFF2-40B4-BE49-F238E27FC236}">
                <a16:creationId xmlns:a16="http://schemas.microsoft.com/office/drawing/2014/main" id="{CF22DB92-770A-75C3-BEB7-14E9820F1BD3}"/>
              </a:ext>
            </a:extLst>
          </p:cNvPr>
          <p:cNvSpPr/>
          <p:nvPr/>
        </p:nvSpPr>
        <p:spPr>
          <a:xfrm rot="16200000" flipH="1">
            <a:off x="5936652" y="5913294"/>
            <a:ext cx="3142531" cy="2587592"/>
          </a:xfrm>
          <a:prstGeom prst="bentUpArrow">
            <a:avLst>
              <a:gd name="adj1" fmla="val 13159"/>
              <a:gd name="adj2" fmla="val 14204"/>
              <a:gd name="adj3" fmla="val 1398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8" name="正方形/長方形 67"/>
          <p:cNvSpPr/>
          <p:nvPr/>
        </p:nvSpPr>
        <p:spPr>
          <a:xfrm>
            <a:off x="7427600" y="6024508"/>
            <a:ext cx="4667263" cy="11983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&lt;form:select path="orderStatus“&gt;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&lt;form:options items="${</a:t>
            </a:r>
            <a:r>
              <a:rPr lang="en-US" altLang="ja-JP" sz="1680" b="1" dirty="0">
                <a:solidFill>
                  <a:srgbClr val="0070C0"/>
                </a:solidFill>
              </a:rPr>
              <a:t>CL_ORDERSTATUS</a:t>
            </a:r>
            <a:r>
              <a:rPr lang="en-US" altLang="ja-JP" sz="1680" b="1" dirty="0">
                <a:solidFill>
                  <a:schemeClr val="tx1"/>
                </a:solidFill>
              </a:rPr>
              <a:t>}" /&gt;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&lt;/form:select&gt;</a:t>
            </a:r>
          </a:p>
        </p:txBody>
      </p:sp>
      <p:sp>
        <p:nvSpPr>
          <p:cNvPr id="92" name="屈折矢印 91"/>
          <p:cNvSpPr/>
          <p:nvPr/>
        </p:nvSpPr>
        <p:spPr>
          <a:xfrm rot="16200000" flipH="1">
            <a:off x="6651961" y="6783946"/>
            <a:ext cx="1283499" cy="2161383"/>
          </a:xfrm>
          <a:prstGeom prst="bent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89" name="カギ線コネクタ 88"/>
          <p:cNvCxnSpPr>
            <a:cxnSpLocks/>
            <a:stCxn id="6" idx="3"/>
          </p:cNvCxnSpPr>
          <p:nvPr/>
        </p:nvCxnSpPr>
        <p:spPr>
          <a:xfrm>
            <a:off x="5360681" y="5711361"/>
            <a:ext cx="2320291" cy="891229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5E5372D-4812-EF57-B598-B09EAE29FCC5}"/>
              </a:ext>
            </a:extLst>
          </p:cNvPr>
          <p:cNvSpPr/>
          <p:nvPr/>
        </p:nvSpPr>
        <p:spPr>
          <a:xfrm>
            <a:off x="482730" y="2203121"/>
            <a:ext cx="5731391" cy="2868139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b="1" dirty="0">
                <a:solidFill>
                  <a:schemeClr val="tx1"/>
                </a:solidFill>
              </a:rPr>
              <a:t>@Bean("</a:t>
            </a:r>
            <a:r>
              <a:rPr lang="en-US" altLang="ja-JP" sz="1680" b="1" dirty="0">
                <a:solidFill>
                  <a:srgbClr val="0070C0"/>
                </a:solidFill>
              </a:rPr>
              <a:t>CL_ORDERSTATUS</a:t>
            </a:r>
            <a:r>
              <a:rPr lang="en-US" sz="1680" b="1" dirty="0">
                <a:solidFill>
                  <a:schemeClr val="tx1"/>
                </a:solidFill>
              </a:rPr>
              <a:t>")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public </a:t>
            </a:r>
            <a:r>
              <a:rPr lang="en-US" sz="1680" b="1" dirty="0" err="1">
                <a:solidFill>
                  <a:schemeClr val="tx1"/>
                </a:solidFill>
              </a:rPr>
              <a:t>SimpleMapCodeList</a:t>
            </a:r>
            <a:r>
              <a:rPr lang="en-US" sz="1680" b="1" dirty="0">
                <a:solidFill>
                  <a:schemeClr val="tx1"/>
                </a:solidFill>
              </a:rPr>
              <a:t> </a:t>
            </a:r>
            <a:r>
              <a:rPr lang="en-US" sz="1680" b="1" dirty="0" err="1">
                <a:solidFill>
                  <a:schemeClr val="tx1"/>
                </a:solidFill>
              </a:rPr>
              <a:t>clOrderstatus</a:t>
            </a:r>
            <a:r>
              <a:rPr lang="en-US" sz="1680" b="1" dirty="0">
                <a:solidFill>
                  <a:schemeClr val="tx1"/>
                </a:solidFill>
              </a:rPr>
              <a:t>() {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Map&lt;String, String&gt; </a:t>
            </a:r>
            <a:r>
              <a:rPr lang="en-US" sz="1680" b="1" dirty="0" err="1">
                <a:solidFill>
                  <a:schemeClr val="tx1"/>
                </a:solidFill>
              </a:rPr>
              <a:t>codeMap</a:t>
            </a:r>
            <a:r>
              <a:rPr lang="en-US" sz="1680" b="1" dirty="0">
                <a:solidFill>
                  <a:schemeClr val="tx1"/>
                </a:solidFill>
              </a:rPr>
              <a:t> = new </a:t>
            </a:r>
            <a:r>
              <a:rPr lang="en-US" sz="1680" b="1" dirty="0" err="1">
                <a:solidFill>
                  <a:schemeClr val="tx1"/>
                </a:solidFill>
              </a:rPr>
              <a:t>LinkedHashMap</a:t>
            </a:r>
            <a:r>
              <a:rPr lang="en-US" sz="1680" b="1" dirty="0">
                <a:solidFill>
                  <a:schemeClr val="tx1"/>
                </a:solidFill>
              </a:rPr>
              <a:t>&lt;&gt;();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</a:t>
            </a:r>
            <a:r>
              <a:rPr lang="en-US" sz="1680" b="1" dirty="0" err="1">
                <a:solidFill>
                  <a:schemeClr val="tx1"/>
                </a:solidFill>
              </a:rPr>
              <a:t>codeMap.put</a:t>
            </a:r>
            <a:r>
              <a:rPr lang="en-US" sz="1680" b="1" dirty="0">
                <a:solidFill>
                  <a:schemeClr val="tx1"/>
                </a:solidFill>
              </a:rPr>
              <a:t>("1", "Received");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</a:t>
            </a:r>
            <a:r>
              <a:rPr lang="en-US" sz="1680" b="1" dirty="0" err="1">
                <a:solidFill>
                  <a:schemeClr val="tx1"/>
                </a:solidFill>
              </a:rPr>
              <a:t>codeMap.put</a:t>
            </a:r>
            <a:r>
              <a:rPr lang="en-US" sz="1680" b="1" dirty="0">
                <a:solidFill>
                  <a:schemeClr val="tx1"/>
                </a:solidFill>
              </a:rPr>
              <a:t>("2", "Sent");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</a:t>
            </a:r>
            <a:r>
              <a:rPr lang="en-US" sz="1680" b="1" dirty="0" err="1">
                <a:solidFill>
                  <a:schemeClr val="tx1"/>
                </a:solidFill>
              </a:rPr>
              <a:t>codeMap.put</a:t>
            </a:r>
            <a:r>
              <a:rPr lang="en-US" sz="1680" b="1" dirty="0">
                <a:solidFill>
                  <a:schemeClr val="tx1"/>
                </a:solidFill>
              </a:rPr>
              <a:t>("3", "Cancelled");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</a:t>
            </a:r>
            <a:r>
              <a:rPr lang="en-US" sz="1680" b="1" dirty="0" err="1">
                <a:solidFill>
                  <a:schemeClr val="tx1"/>
                </a:solidFill>
              </a:rPr>
              <a:t>SimpleMapCodeList</a:t>
            </a:r>
            <a:r>
              <a:rPr lang="en-US" sz="1680" b="1" dirty="0">
                <a:solidFill>
                  <a:schemeClr val="tx1"/>
                </a:solidFill>
              </a:rPr>
              <a:t> bean = new </a:t>
            </a:r>
            <a:r>
              <a:rPr lang="en-US" sz="1680" b="1" dirty="0" err="1">
                <a:solidFill>
                  <a:schemeClr val="tx1"/>
                </a:solidFill>
              </a:rPr>
              <a:t>SimpleMapCodeList</a:t>
            </a:r>
            <a:r>
              <a:rPr lang="en-US" sz="1680" b="1" dirty="0">
                <a:solidFill>
                  <a:schemeClr val="tx1"/>
                </a:solidFill>
              </a:rPr>
              <a:t>();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</a:t>
            </a:r>
            <a:r>
              <a:rPr lang="en-US" sz="1680" b="1" dirty="0" err="1">
                <a:solidFill>
                  <a:schemeClr val="tx1"/>
                </a:solidFill>
              </a:rPr>
              <a:t>bean.setMap</a:t>
            </a:r>
            <a:r>
              <a:rPr lang="en-US" sz="1680" b="1" dirty="0">
                <a:solidFill>
                  <a:schemeClr val="tx1"/>
                </a:solidFill>
              </a:rPr>
              <a:t>(</a:t>
            </a:r>
            <a:r>
              <a:rPr lang="en-US" sz="1680" b="1" dirty="0" err="1">
                <a:solidFill>
                  <a:schemeClr val="tx1"/>
                </a:solidFill>
              </a:rPr>
              <a:t>codeMap</a:t>
            </a:r>
            <a:r>
              <a:rPr lang="en-US" sz="1680" b="1" dirty="0">
                <a:solidFill>
                  <a:schemeClr val="tx1"/>
                </a:solidFill>
              </a:rPr>
              <a:t>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return bean;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}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26F56EEC-3434-6F3C-99E3-575B68D3CC6B}"/>
              </a:ext>
            </a:extLst>
          </p:cNvPr>
          <p:cNvSpPr/>
          <p:nvPr/>
        </p:nvSpPr>
        <p:spPr>
          <a:xfrm>
            <a:off x="493398" y="1943972"/>
            <a:ext cx="3587116" cy="25558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CodeListConfig.java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2A0BFFCC-B279-4F14-86AB-031E7D334DA1}"/>
              </a:ext>
            </a:extLst>
          </p:cNvPr>
          <p:cNvCxnSpPr>
            <a:cxnSpLocks/>
            <a:stCxn id="12" idx="1"/>
          </p:cNvCxnSpPr>
          <p:nvPr/>
        </p:nvCxnSpPr>
        <p:spPr>
          <a:xfrm flipH="1" flipV="1">
            <a:off x="157795" y="3505506"/>
            <a:ext cx="2016563" cy="4456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44AD280C-4471-8568-78A0-52ACFFAB054E}"/>
              </a:ext>
            </a:extLst>
          </p:cNvPr>
          <p:cNvSpPr/>
          <p:nvPr/>
        </p:nvSpPr>
        <p:spPr>
          <a:xfrm>
            <a:off x="2174358" y="3119802"/>
            <a:ext cx="378864" cy="780319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DD535466-E056-8F61-5BA9-6EA067C03506}"/>
              </a:ext>
            </a:extLst>
          </p:cNvPr>
          <p:cNvSpPr/>
          <p:nvPr/>
        </p:nvSpPr>
        <p:spPr>
          <a:xfrm>
            <a:off x="2595457" y="3115352"/>
            <a:ext cx="1230872" cy="780319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B6F36D57-DFB4-1628-F87C-7AC0DF028C06}"/>
              </a:ext>
            </a:extLst>
          </p:cNvPr>
          <p:cNvCxnSpPr>
            <a:cxnSpLocks/>
            <a:endCxn id="19" idx="3"/>
          </p:cNvCxnSpPr>
          <p:nvPr/>
        </p:nvCxnSpPr>
        <p:spPr>
          <a:xfrm flipH="1" flipV="1">
            <a:off x="3826329" y="3505512"/>
            <a:ext cx="2121086" cy="4445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0611DB6-BA06-BA7E-F3F3-E255083C1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B2CE9C4-5ADD-D2C4-AC9F-DA6C1E16F0FB}"/>
              </a:ext>
            </a:extLst>
          </p:cNvPr>
          <p:cNvSpPr/>
          <p:nvPr/>
        </p:nvSpPr>
        <p:spPr>
          <a:xfrm>
            <a:off x="493398" y="2112535"/>
            <a:ext cx="6144665" cy="2939843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b="1" dirty="0">
                <a:solidFill>
                  <a:schemeClr val="tx1"/>
                </a:solidFill>
              </a:rPr>
              <a:t>&lt;bean id="</a:t>
            </a:r>
            <a:r>
              <a:rPr lang="en-US" sz="1680" b="1" dirty="0">
                <a:solidFill>
                  <a:srgbClr val="0070C0"/>
                </a:solidFill>
              </a:rPr>
              <a:t>CL_ORDERSTATUS</a:t>
            </a:r>
            <a:r>
              <a:rPr lang="en-US" sz="1680" b="1" dirty="0">
                <a:solidFill>
                  <a:schemeClr val="tx1"/>
                </a:solidFill>
              </a:rPr>
              <a:t>" class="</a:t>
            </a:r>
            <a:r>
              <a:rPr lang="en-US" sz="1680" b="1" dirty="0" err="1">
                <a:solidFill>
                  <a:schemeClr val="tx1"/>
                </a:solidFill>
              </a:rPr>
              <a:t>org.terasoluna.gfw.common.codelist.SimpleMapCodeList</a:t>
            </a:r>
            <a:r>
              <a:rPr lang="en-US" sz="1680" b="1" dirty="0">
                <a:solidFill>
                  <a:schemeClr val="tx1"/>
                </a:solidFill>
              </a:rPr>
              <a:t>"&gt;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&lt;property name="map"&gt;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    &lt;util:map key-type="java.lang.String" value-type=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     "java.lang.String" map-class="java.util.LinkedHashMap"&gt;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        &lt;entry key="1" value="Received" /&gt;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        &lt;entry key="2" value="Sent" /&gt;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        &lt;entry key="3" value="Cancelled" /&gt;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    &lt;/util:map&gt;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&lt;/property&gt;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&lt;/bean&gt;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850891EF-16AC-038F-2CE3-4F0D943E952F}"/>
              </a:ext>
            </a:extLst>
          </p:cNvPr>
          <p:cNvGraphicFramePr>
            <a:graphicFrameLocks noGrp="1"/>
          </p:cNvGraphicFramePr>
          <p:nvPr/>
        </p:nvGraphicFramePr>
        <p:xfrm>
          <a:off x="1626871" y="5839142"/>
          <a:ext cx="3587118" cy="1568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35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3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217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value(key)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label(value)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217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1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Received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217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2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Sent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2175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3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700" dirty="0"/>
                        <a:t>Cancelled</a:t>
                      </a:r>
                      <a:endParaRPr kumimoji="1" lang="ja-JP" altLang="en-US" sz="17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B20296B-98B6-3267-0011-CD95AB84CDEF}"/>
              </a:ext>
            </a:extLst>
          </p:cNvPr>
          <p:cNvSpPr/>
          <p:nvPr/>
        </p:nvSpPr>
        <p:spPr>
          <a:xfrm>
            <a:off x="1506862" y="5583559"/>
            <a:ext cx="38538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80" b="1" dirty="0">
                <a:solidFill>
                  <a:schemeClr val="tx1"/>
                </a:solidFill>
              </a:rPr>
              <a:t>Map&lt;String,String&gt; </a:t>
            </a:r>
            <a:r>
              <a:rPr lang="en-US" altLang="ja-JP" sz="1680" b="1" dirty="0">
                <a:solidFill>
                  <a:srgbClr val="0070C0"/>
                </a:solidFill>
              </a:rPr>
              <a:t>CL_ORDERSTATUS</a:t>
            </a:r>
            <a:endParaRPr lang="ja-JP" altLang="en-US" sz="1680" b="1" dirty="0">
              <a:solidFill>
                <a:srgbClr val="0070C0"/>
              </a:solidFill>
            </a:endParaRPr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21A038B2-74C2-D039-4D9C-747DEDBB4CA4}"/>
              </a:ext>
            </a:extLst>
          </p:cNvPr>
          <p:cNvCxnSpPr>
            <a:cxnSpLocks/>
            <a:stCxn id="59" idx="1"/>
          </p:cNvCxnSpPr>
          <p:nvPr/>
        </p:nvCxnSpPr>
        <p:spPr>
          <a:xfrm flipH="1" flipV="1">
            <a:off x="163360" y="3846574"/>
            <a:ext cx="1170141" cy="3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BC22E094-B29F-A511-E124-26F761A1490A}"/>
              </a:ext>
            </a:extLst>
          </p:cNvPr>
          <p:cNvCxnSpPr>
            <a:cxnSpLocks/>
          </p:cNvCxnSpPr>
          <p:nvPr/>
        </p:nvCxnSpPr>
        <p:spPr>
          <a:xfrm>
            <a:off x="155582" y="3846577"/>
            <a:ext cx="2223" cy="2739333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DD6C2C0-7AF7-BC21-418D-E9A9226F7E46}"/>
              </a:ext>
            </a:extLst>
          </p:cNvPr>
          <p:cNvCxnSpPr>
            <a:cxnSpLocks/>
          </p:cNvCxnSpPr>
          <p:nvPr/>
        </p:nvCxnSpPr>
        <p:spPr>
          <a:xfrm>
            <a:off x="160026" y="6583689"/>
            <a:ext cx="2106933" cy="2223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AC2CC8E5-9CDA-7AFF-AD29-1677B7D38E0D}"/>
              </a:ext>
            </a:extLst>
          </p:cNvPr>
          <p:cNvSpPr/>
          <p:nvPr/>
        </p:nvSpPr>
        <p:spPr>
          <a:xfrm>
            <a:off x="931850" y="7877189"/>
            <a:ext cx="5280660" cy="1573529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b="1" dirty="0">
                <a:solidFill>
                  <a:schemeClr val="tx1"/>
                </a:solidFill>
              </a:rPr>
              <a:t>&lt;select id="orderStatus" name="orderStatus" &gt; 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&lt;option value="1"&gt;Received&lt;/option&gt;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&lt;option value="2"&gt;Sent&lt;/option&gt;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&lt;option value="3"&gt;Cancelled&lt;/option&gt;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&lt;/select&gt; </a:t>
            </a:r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DF06C8BF-3089-CB81-CB7F-924D34EA11F4}"/>
              </a:ext>
            </a:extLst>
          </p:cNvPr>
          <p:cNvSpPr/>
          <p:nvPr/>
        </p:nvSpPr>
        <p:spPr>
          <a:xfrm>
            <a:off x="493406" y="1828261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codelist.xml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8F50EA1A-CF96-271B-FA6A-DAA783D194BD}"/>
              </a:ext>
            </a:extLst>
          </p:cNvPr>
          <p:cNvSpPr/>
          <p:nvPr/>
        </p:nvSpPr>
        <p:spPr>
          <a:xfrm>
            <a:off x="931858" y="7621591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html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21F4D32A-EC6C-7B24-00CB-C57C69BEA3E2}"/>
              </a:ext>
            </a:extLst>
          </p:cNvPr>
          <p:cNvSpPr/>
          <p:nvPr/>
        </p:nvSpPr>
        <p:spPr>
          <a:xfrm>
            <a:off x="2266962" y="6290314"/>
            <a:ext cx="560071" cy="1058354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59" name="正方形/長方形 58">
            <a:extLst>
              <a:ext uri="{FF2B5EF4-FFF2-40B4-BE49-F238E27FC236}">
                <a16:creationId xmlns:a16="http://schemas.microsoft.com/office/drawing/2014/main" id="{5BE88996-B3FC-2ABB-A266-EA859E8B36AB}"/>
              </a:ext>
            </a:extLst>
          </p:cNvPr>
          <p:cNvSpPr/>
          <p:nvPr/>
        </p:nvSpPr>
        <p:spPr>
          <a:xfrm>
            <a:off x="1333501" y="3456417"/>
            <a:ext cx="1328884" cy="780319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61468FD3-6635-7F68-7A9F-044051C76A51}"/>
              </a:ext>
            </a:extLst>
          </p:cNvPr>
          <p:cNvSpPr/>
          <p:nvPr/>
        </p:nvSpPr>
        <p:spPr>
          <a:xfrm>
            <a:off x="2707282" y="3456414"/>
            <a:ext cx="1906905" cy="780319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1" name="正方形/長方形 60">
            <a:extLst>
              <a:ext uri="{FF2B5EF4-FFF2-40B4-BE49-F238E27FC236}">
                <a16:creationId xmlns:a16="http://schemas.microsoft.com/office/drawing/2014/main" id="{7BE6FA35-421E-4EFA-474F-E289477F8FC4}"/>
              </a:ext>
            </a:extLst>
          </p:cNvPr>
          <p:cNvSpPr/>
          <p:nvPr/>
        </p:nvSpPr>
        <p:spPr>
          <a:xfrm>
            <a:off x="3592200" y="6290314"/>
            <a:ext cx="1448447" cy="1058354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2D22FAC8-9DBF-1248-51EC-4B0AA8753C5C}"/>
              </a:ext>
            </a:extLst>
          </p:cNvPr>
          <p:cNvSpPr/>
          <p:nvPr/>
        </p:nvSpPr>
        <p:spPr>
          <a:xfrm>
            <a:off x="1240165" y="8289471"/>
            <a:ext cx="1639106" cy="761188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37576C99-9C4D-B6C9-3739-C9A17901F36D}"/>
              </a:ext>
            </a:extLst>
          </p:cNvPr>
          <p:cNvSpPr/>
          <p:nvPr/>
        </p:nvSpPr>
        <p:spPr>
          <a:xfrm>
            <a:off x="2938658" y="8286681"/>
            <a:ext cx="1818399" cy="761188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66" name="直線コネクタ 65">
            <a:extLst>
              <a:ext uri="{FF2B5EF4-FFF2-40B4-BE49-F238E27FC236}">
                <a16:creationId xmlns:a16="http://schemas.microsoft.com/office/drawing/2014/main" id="{82D02C0C-BE7E-0C73-5B08-5BF660835E3E}"/>
              </a:ext>
            </a:extLst>
          </p:cNvPr>
          <p:cNvCxnSpPr>
            <a:cxnSpLocks/>
          </p:cNvCxnSpPr>
          <p:nvPr/>
        </p:nvCxnSpPr>
        <p:spPr>
          <a:xfrm rot="10800000">
            <a:off x="160033" y="7092641"/>
            <a:ext cx="2106935" cy="2223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EB18F7C5-4395-156B-63FC-916813CA1901}"/>
              </a:ext>
            </a:extLst>
          </p:cNvPr>
          <p:cNvCxnSpPr>
            <a:cxnSpLocks/>
          </p:cNvCxnSpPr>
          <p:nvPr/>
        </p:nvCxnSpPr>
        <p:spPr>
          <a:xfrm>
            <a:off x="160030" y="8667275"/>
            <a:ext cx="1080135" cy="4450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直線コネクタ 74">
            <a:extLst>
              <a:ext uri="{FF2B5EF4-FFF2-40B4-BE49-F238E27FC236}">
                <a16:creationId xmlns:a16="http://schemas.microsoft.com/office/drawing/2014/main" id="{057841C1-5632-623C-161A-4A2FEDB586AB}"/>
              </a:ext>
            </a:extLst>
          </p:cNvPr>
          <p:cNvCxnSpPr>
            <a:cxnSpLocks/>
          </p:cNvCxnSpPr>
          <p:nvPr/>
        </p:nvCxnSpPr>
        <p:spPr>
          <a:xfrm rot="5400000">
            <a:off x="-627297" y="7882179"/>
            <a:ext cx="1579091" cy="2223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直線コネクタ 76">
            <a:extLst>
              <a:ext uri="{FF2B5EF4-FFF2-40B4-BE49-F238E27FC236}">
                <a16:creationId xmlns:a16="http://schemas.microsoft.com/office/drawing/2014/main" id="{35A9F283-F791-101A-B214-8E757BE2ACBE}"/>
              </a:ext>
            </a:extLst>
          </p:cNvPr>
          <p:cNvCxnSpPr>
            <a:cxnSpLocks/>
            <a:endCxn id="60" idx="3"/>
          </p:cNvCxnSpPr>
          <p:nvPr/>
        </p:nvCxnSpPr>
        <p:spPr>
          <a:xfrm flipH="1">
            <a:off x="4614187" y="3846574"/>
            <a:ext cx="129099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線コネクタ 77">
            <a:extLst>
              <a:ext uri="{FF2B5EF4-FFF2-40B4-BE49-F238E27FC236}">
                <a16:creationId xmlns:a16="http://schemas.microsoft.com/office/drawing/2014/main" id="{1BF7B331-9F17-4C9D-AFE6-C8BED8C2F6CD}"/>
              </a:ext>
            </a:extLst>
          </p:cNvPr>
          <p:cNvCxnSpPr>
            <a:cxnSpLocks/>
          </p:cNvCxnSpPr>
          <p:nvPr/>
        </p:nvCxnSpPr>
        <p:spPr>
          <a:xfrm>
            <a:off x="5886774" y="3846574"/>
            <a:ext cx="18408" cy="2753786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直線矢印コネクタ 79">
            <a:extLst>
              <a:ext uri="{FF2B5EF4-FFF2-40B4-BE49-F238E27FC236}">
                <a16:creationId xmlns:a16="http://schemas.microsoft.com/office/drawing/2014/main" id="{2E1FFA8D-48DE-1D24-7504-5ED4CCB29B07}"/>
              </a:ext>
            </a:extLst>
          </p:cNvPr>
          <p:cNvCxnSpPr>
            <a:cxnSpLocks/>
          </p:cNvCxnSpPr>
          <p:nvPr/>
        </p:nvCxnSpPr>
        <p:spPr>
          <a:xfrm rot="10800000">
            <a:off x="5040648" y="6600366"/>
            <a:ext cx="866775" cy="2223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直線コネクタ 80">
            <a:extLst>
              <a:ext uri="{FF2B5EF4-FFF2-40B4-BE49-F238E27FC236}">
                <a16:creationId xmlns:a16="http://schemas.microsoft.com/office/drawing/2014/main" id="{CE283B3A-BB4D-3EF9-9F81-CF4E0222330D}"/>
              </a:ext>
            </a:extLst>
          </p:cNvPr>
          <p:cNvCxnSpPr>
            <a:cxnSpLocks/>
          </p:cNvCxnSpPr>
          <p:nvPr/>
        </p:nvCxnSpPr>
        <p:spPr>
          <a:xfrm rot="10800000">
            <a:off x="5040649" y="7094867"/>
            <a:ext cx="869001" cy="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直線コネクタ 81">
            <a:extLst>
              <a:ext uri="{FF2B5EF4-FFF2-40B4-BE49-F238E27FC236}">
                <a16:creationId xmlns:a16="http://schemas.microsoft.com/office/drawing/2014/main" id="{F8721507-33E9-1901-BA83-A6F247C838D5}"/>
              </a:ext>
            </a:extLst>
          </p:cNvPr>
          <p:cNvCxnSpPr>
            <a:cxnSpLocks/>
          </p:cNvCxnSpPr>
          <p:nvPr/>
        </p:nvCxnSpPr>
        <p:spPr>
          <a:xfrm rot="5400000">
            <a:off x="5118430" y="7881624"/>
            <a:ext cx="1577979" cy="445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直線矢印コネクタ 83">
            <a:extLst>
              <a:ext uri="{FF2B5EF4-FFF2-40B4-BE49-F238E27FC236}">
                <a16:creationId xmlns:a16="http://schemas.microsoft.com/office/drawing/2014/main" id="{1212281D-4966-338D-C6E3-D9765744490C}"/>
              </a:ext>
            </a:extLst>
          </p:cNvPr>
          <p:cNvCxnSpPr>
            <a:cxnSpLocks/>
            <a:endCxn id="63" idx="3"/>
          </p:cNvCxnSpPr>
          <p:nvPr/>
        </p:nvCxnSpPr>
        <p:spPr>
          <a:xfrm flipH="1" flipV="1">
            <a:off x="4757057" y="8667275"/>
            <a:ext cx="1129717" cy="2777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5E281979-FA2A-9A45-5D98-5A2A5388DBC2}"/>
              </a:ext>
            </a:extLst>
          </p:cNvPr>
          <p:cNvSpPr/>
          <p:nvPr/>
        </p:nvSpPr>
        <p:spPr>
          <a:xfrm>
            <a:off x="7427608" y="5768916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JSP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4" name="右矢印 93">
            <a:extLst>
              <a:ext uri="{FF2B5EF4-FFF2-40B4-BE49-F238E27FC236}">
                <a16:creationId xmlns:a16="http://schemas.microsoft.com/office/drawing/2014/main" id="{E2DFF063-3601-2F03-E8B9-E3A6C297D384}"/>
              </a:ext>
            </a:extLst>
          </p:cNvPr>
          <p:cNvSpPr/>
          <p:nvPr/>
        </p:nvSpPr>
        <p:spPr>
          <a:xfrm>
            <a:off x="6212521" y="8757294"/>
            <a:ext cx="2775283" cy="586736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95" name="正方形/長方形 94">
            <a:extLst>
              <a:ext uri="{FF2B5EF4-FFF2-40B4-BE49-F238E27FC236}">
                <a16:creationId xmlns:a16="http://schemas.microsoft.com/office/drawing/2014/main" id="{CFFBB135-3A2A-5C04-5FA7-899FAC7A07E8}"/>
              </a:ext>
            </a:extLst>
          </p:cNvPr>
          <p:cNvSpPr/>
          <p:nvPr/>
        </p:nvSpPr>
        <p:spPr>
          <a:xfrm>
            <a:off x="8968748" y="8186103"/>
            <a:ext cx="2920368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Browser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FF96868D-EA04-F858-E244-E449213963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987808" y="8423924"/>
            <a:ext cx="3107055" cy="1253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6C679FC-A827-EB0B-9B7C-49A6A1E1A672}"/>
              </a:ext>
            </a:extLst>
          </p:cNvPr>
          <p:cNvSpPr/>
          <p:nvPr/>
        </p:nvSpPr>
        <p:spPr>
          <a:xfrm>
            <a:off x="7417116" y="4056841"/>
            <a:ext cx="4677747" cy="159443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&lt;select </a:t>
            </a:r>
            <a:r>
              <a:rPr lang="en-US" altLang="ja-JP" sz="1680" b="1" dirty="0" err="1">
                <a:solidFill>
                  <a:schemeClr val="tx1"/>
                </a:solidFill>
              </a:rPr>
              <a:t>th:field</a:t>
            </a:r>
            <a:r>
              <a:rPr lang="en-US" altLang="ja-JP" sz="1680" b="1" dirty="0">
                <a:solidFill>
                  <a:schemeClr val="tx1"/>
                </a:solidFill>
              </a:rPr>
              <a:t>=“*{</a:t>
            </a:r>
            <a:r>
              <a:rPr lang="en-US" altLang="ja-JP" sz="1680" b="1" dirty="0" err="1">
                <a:solidFill>
                  <a:schemeClr val="tx1"/>
                </a:solidFill>
              </a:rPr>
              <a:t>orderStatus</a:t>
            </a:r>
            <a:r>
              <a:rPr lang="en-US" altLang="ja-JP" sz="1680" b="1" dirty="0">
                <a:solidFill>
                  <a:schemeClr val="tx1"/>
                </a:solidFill>
              </a:rPr>
              <a:t>}"&gt;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&lt;option </a:t>
            </a:r>
            <a:r>
              <a:rPr lang="en-US" altLang="ja-JP" sz="1680" b="1" dirty="0" err="1">
                <a:solidFill>
                  <a:schemeClr val="tx1"/>
                </a:solidFill>
              </a:rPr>
              <a:t>th:each</a:t>
            </a:r>
            <a:r>
              <a:rPr lang="en-US" altLang="ja-JP" sz="1680" b="1" dirty="0">
                <a:solidFill>
                  <a:schemeClr val="tx1"/>
                </a:solidFill>
              </a:rPr>
              <a:t>=“order  :  ${</a:t>
            </a:r>
            <a:r>
              <a:rPr lang="en-US" altLang="ja-JP" sz="1680" b="1" dirty="0">
                <a:solidFill>
                  <a:srgbClr val="0070C0"/>
                </a:solidFill>
              </a:rPr>
              <a:t>CL_ORDERSTATUS</a:t>
            </a:r>
            <a:r>
              <a:rPr lang="en-US" altLang="ja-JP" sz="1680" b="1" dirty="0">
                <a:solidFill>
                  <a:schemeClr val="tx1"/>
                </a:solidFill>
              </a:rPr>
              <a:t>}“</a:t>
            </a:r>
          </a:p>
          <a:p>
            <a:r>
              <a:rPr lang="en-US" altLang="ja-JP" sz="1680" b="1" dirty="0">
                <a:solidFill>
                  <a:srgbClr val="0070C0"/>
                </a:solidFill>
              </a:rPr>
              <a:t>     </a:t>
            </a:r>
            <a:r>
              <a:rPr lang="en-US" altLang="ja-JP" sz="1680" b="1" dirty="0">
                <a:solidFill>
                  <a:schemeClr val="tx1"/>
                </a:solidFill>
              </a:rPr>
              <a:t> </a:t>
            </a:r>
            <a:r>
              <a:rPr lang="en-US" altLang="ja-JP" sz="1680" b="1" dirty="0" err="1">
                <a:solidFill>
                  <a:schemeClr val="tx1"/>
                </a:solidFill>
              </a:rPr>
              <a:t>th:value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order.key</a:t>
            </a:r>
            <a:r>
              <a:rPr lang="en-US" altLang="ja-JP" sz="1680" b="1" dirty="0">
                <a:solidFill>
                  <a:schemeClr val="tx1"/>
                </a:solidFill>
              </a:rPr>
              <a:t>}“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  </a:t>
            </a:r>
            <a:r>
              <a:rPr lang="en-US" altLang="ja-JP" sz="1680" b="1" dirty="0" err="1">
                <a:solidFill>
                  <a:schemeClr val="tx1"/>
                </a:solidFill>
              </a:rPr>
              <a:t>th:text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order.value</a:t>
            </a:r>
            <a:r>
              <a:rPr lang="en-US" altLang="ja-JP" sz="1680" b="1" dirty="0">
                <a:solidFill>
                  <a:schemeClr val="tx1"/>
                </a:solidFill>
              </a:rPr>
              <a:t>}“ /&gt;Order Status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&lt;/option&gt;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&lt;/select&gt;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0EE758F-7878-922D-C013-57022E58FA0B}"/>
              </a:ext>
            </a:extLst>
          </p:cNvPr>
          <p:cNvSpPr/>
          <p:nvPr/>
        </p:nvSpPr>
        <p:spPr>
          <a:xfrm>
            <a:off x="7389508" y="3743918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 err="1">
                <a:solidFill>
                  <a:schemeClr val="tx1"/>
                </a:solidFill>
              </a:rPr>
              <a:t>Thymeleaf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7" name="カギ線コネクタ 88">
            <a:extLst>
              <a:ext uri="{FF2B5EF4-FFF2-40B4-BE49-F238E27FC236}">
                <a16:creationId xmlns:a16="http://schemas.microsoft.com/office/drawing/2014/main" id="{6E2C3FE0-CBF3-7540-66A5-87604E250398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5360680" y="4500238"/>
            <a:ext cx="2344111" cy="1211119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屈折矢印 91">
            <a:extLst>
              <a:ext uri="{FF2B5EF4-FFF2-40B4-BE49-F238E27FC236}">
                <a16:creationId xmlns:a16="http://schemas.microsoft.com/office/drawing/2014/main" id="{A72CC7DD-AD3B-C162-71D2-6FEDD22C5A83}"/>
              </a:ext>
            </a:extLst>
          </p:cNvPr>
          <p:cNvSpPr/>
          <p:nvPr/>
        </p:nvSpPr>
        <p:spPr>
          <a:xfrm rot="16200000" flipH="1">
            <a:off x="5936652" y="5913294"/>
            <a:ext cx="3142531" cy="2587592"/>
          </a:xfrm>
          <a:prstGeom prst="bentUpArrow">
            <a:avLst>
              <a:gd name="adj1" fmla="val 13159"/>
              <a:gd name="adj2" fmla="val 14204"/>
              <a:gd name="adj3" fmla="val 13984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75B3E0DD-4208-BF89-7EF0-944FE4AD111D}"/>
              </a:ext>
            </a:extLst>
          </p:cNvPr>
          <p:cNvSpPr/>
          <p:nvPr/>
        </p:nvSpPr>
        <p:spPr>
          <a:xfrm>
            <a:off x="7427600" y="6024508"/>
            <a:ext cx="4667263" cy="11983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&lt;form:select path="orderStatus“&gt;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&lt;form:options items="${</a:t>
            </a:r>
            <a:r>
              <a:rPr lang="en-US" altLang="ja-JP" sz="1680" b="1" dirty="0">
                <a:solidFill>
                  <a:srgbClr val="0070C0"/>
                </a:solidFill>
              </a:rPr>
              <a:t>CL_ORDERSTATUS</a:t>
            </a:r>
            <a:r>
              <a:rPr lang="en-US" altLang="ja-JP" sz="1680" b="1" dirty="0">
                <a:solidFill>
                  <a:schemeClr val="tx1"/>
                </a:solidFill>
              </a:rPr>
              <a:t>}" /&gt;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&lt;/form:select&gt;</a:t>
            </a:r>
          </a:p>
        </p:txBody>
      </p:sp>
      <p:sp>
        <p:nvSpPr>
          <p:cNvPr id="92" name="屈折矢印 91">
            <a:extLst>
              <a:ext uri="{FF2B5EF4-FFF2-40B4-BE49-F238E27FC236}">
                <a16:creationId xmlns:a16="http://schemas.microsoft.com/office/drawing/2014/main" id="{7E7A5924-4E6F-4054-0F66-5F2C6D9B1DC3}"/>
              </a:ext>
            </a:extLst>
          </p:cNvPr>
          <p:cNvSpPr/>
          <p:nvPr/>
        </p:nvSpPr>
        <p:spPr>
          <a:xfrm rot="16200000" flipH="1">
            <a:off x="6651961" y="6783946"/>
            <a:ext cx="1283499" cy="2161383"/>
          </a:xfrm>
          <a:prstGeom prst="bent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89" name="カギ線コネクタ 88">
            <a:extLst>
              <a:ext uri="{FF2B5EF4-FFF2-40B4-BE49-F238E27FC236}">
                <a16:creationId xmlns:a16="http://schemas.microsoft.com/office/drawing/2014/main" id="{8EB44A34-4422-9F21-0917-FE973B851EDA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5360681" y="5711361"/>
            <a:ext cx="2320291" cy="891229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5754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01851A2-61E6-CF55-28FC-1F6EFF78C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79D25B8-D4E7-5A18-5BC5-3FCD5BA6D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6344766"/>
              </p:ext>
            </p:extLst>
          </p:nvPr>
        </p:nvGraphicFramePr>
        <p:xfrm>
          <a:off x="1906908" y="3276832"/>
          <a:ext cx="3587118" cy="2090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35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3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value(key)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label(value)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1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01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2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02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3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03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…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…</a:t>
                      </a:r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11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11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12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12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0BA25CE-75B6-A968-D105-E90C8861A001}"/>
              </a:ext>
            </a:extLst>
          </p:cNvPr>
          <p:cNvSpPr/>
          <p:nvPr/>
        </p:nvSpPr>
        <p:spPr>
          <a:xfrm>
            <a:off x="1906913" y="3025906"/>
            <a:ext cx="38538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80" b="1" dirty="0">
                <a:solidFill>
                  <a:schemeClr val="tx1"/>
                </a:solidFill>
              </a:rPr>
              <a:t>Map&lt;String,String&gt; </a:t>
            </a:r>
            <a:r>
              <a:rPr lang="en-US" sz="1680" b="1" dirty="0">
                <a:solidFill>
                  <a:srgbClr val="0070C0"/>
                </a:solidFill>
              </a:rPr>
              <a:t>CL_MONTH</a:t>
            </a:r>
            <a:endParaRPr lang="ja-JP" altLang="en-US" sz="1680" b="1" dirty="0">
              <a:solidFill>
                <a:srgbClr val="0070C0"/>
              </a:solidFill>
            </a:endParaRP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406A7FA1-F084-EFFD-FA51-A5E08F5AE63E}"/>
              </a:ext>
            </a:extLst>
          </p:cNvPr>
          <p:cNvCxnSpPr>
            <a:cxnSpLocks/>
          </p:cNvCxnSpPr>
          <p:nvPr/>
        </p:nvCxnSpPr>
        <p:spPr>
          <a:xfrm>
            <a:off x="490055" y="1901404"/>
            <a:ext cx="4473" cy="2404658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4D4BDC94-C272-3902-49A4-BD41A9852EBA}"/>
              </a:ext>
            </a:extLst>
          </p:cNvPr>
          <p:cNvCxnSpPr/>
          <p:nvPr/>
        </p:nvCxnSpPr>
        <p:spPr>
          <a:xfrm>
            <a:off x="495640" y="4303847"/>
            <a:ext cx="1824669" cy="2223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C7EDF97E-B489-6F1B-ACD1-800F17485A99}"/>
              </a:ext>
            </a:extLst>
          </p:cNvPr>
          <p:cNvSpPr/>
          <p:nvPr/>
        </p:nvSpPr>
        <p:spPr>
          <a:xfrm>
            <a:off x="953451" y="5890707"/>
            <a:ext cx="5280660" cy="2448930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b="1" dirty="0">
                <a:solidFill>
                  <a:schemeClr val="tx1"/>
                </a:solidFill>
              </a:rPr>
              <a:t>&lt;select id="depMonth" name="depMonth"&gt;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&lt;option value="1"&gt;01&lt;/option&gt;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&lt;option value="2"&gt;02&lt;/option&gt;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&lt;option value="3"&gt;03&lt;/option&gt;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...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&lt;option value="11"&gt;11&lt;/option&gt;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&lt;option value="12"&gt;12&lt;/option&gt;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&lt;/select&gt;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816A184-11FF-2959-AF6F-1902D2C2D9E8}"/>
              </a:ext>
            </a:extLst>
          </p:cNvPr>
          <p:cNvSpPr/>
          <p:nvPr/>
        </p:nvSpPr>
        <p:spPr>
          <a:xfrm>
            <a:off x="931858" y="5630675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html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456160CA-8338-26B6-6BCF-64CAA85B7487}"/>
              </a:ext>
            </a:extLst>
          </p:cNvPr>
          <p:cNvSpPr/>
          <p:nvPr/>
        </p:nvSpPr>
        <p:spPr>
          <a:xfrm>
            <a:off x="2320311" y="3553979"/>
            <a:ext cx="893439" cy="1813786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B280DD5C-A885-F24B-8AE0-28359D380330}"/>
              </a:ext>
            </a:extLst>
          </p:cNvPr>
          <p:cNvSpPr/>
          <p:nvPr/>
        </p:nvSpPr>
        <p:spPr>
          <a:xfrm>
            <a:off x="4045588" y="3553979"/>
            <a:ext cx="1021733" cy="1813786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9933AFB-A18B-77D9-1DE7-7DD3BC35D447}"/>
              </a:ext>
            </a:extLst>
          </p:cNvPr>
          <p:cNvSpPr/>
          <p:nvPr/>
        </p:nvSpPr>
        <p:spPr>
          <a:xfrm>
            <a:off x="1097921" y="6339394"/>
            <a:ext cx="1669712" cy="1555751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D6F1276F-7EE7-AE42-4ECF-D772AD3C42E0}"/>
              </a:ext>
            </a:extLst>
          </p:cNvPr>
          <p:cNvSpPr/>
          <p:nvPr/>
        </p:nvSpPr>
        <p:spPr>
          <a:xfrm>
            <a:off x="2812907" y="6339396"/>
            <a:ext cx="1336485" cy="1555751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949D6AA6-5826-9279-0276-12288E4ED8BD}"/>
              </a:ext>
            </a:extLst>
          </p:cNvPr>
          <p:cNvCxnSpPr/>
          <p:nvPr/>
        </p:nvCxnSpPr>
        <p:spPr>
          <a:xfrm rot="10800000">
            <a:off x="604520" y="5090617"/>
            <a:ext cx="1715778" cy="2223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850631D0-85E5-0806-CB6D-B96F9F417844}"/>
              </a:ext>
            </a:extLst>
          </p:cNvPr>
          <p:cNvCxnSpPr/>
          <p:nvPr/>
        </p:nvCxnSpPr>
        <p:spPr>
          <a:xfrm flipV="1">
            <a:off x="604527" y="7442011"/>
            <a:ext cx="493390" cy="11123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18210CEC-421E-C62D-91F7-ECC7E8301045}"/>
              </a:ext>
            </a:extLst>
          </p:cNvPr>
          <p:cNvCxnSpPr/>
          <p:nvPr/>
        </p:nvCxnSpPr>
        <p:spPr>
          <a:xfrm rot="5400000">
            <a:off x="-574516" y="6262968"/>
            <a:ext cx="2358070" cy="1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1EE6005C-9785-3D68-FC69-BBAE69DF2545}"/>
              </a:ext>
            </a:extLst>
          </p:cNvPr>
          <p:cNvCxnSpPr>
            <a:cxnSpLocks/>
          </p:cNvCxnSpPr>
          <p:nvPr/>
        </p:nvCxnSpPr>
        <p:spPr>
          <a:xfrm flipH="1">
            <a:off x="5936317" y="2162421"/>
            <a:ext cx="11651" cy="214364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3E95A198-F568-665D-5C2B-1E20220ECFC5}"/>
              </a:ext>
            </a:extLst>
          </p:cNvPr>
          <p:cNvCxnSpPr/>
          <p:nvPr/>
        </p:nvCxnSpPr>
        <p:spPr>
          <a:xfrm rot="10800000">
            <a:off x="5060647" y="4301626"/>
            <a:ext cx="866775" cy="2223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C889DDE6-BFEC-DE74-8103-827D84E03559}"/>
              </a:ext>
            </a:extLst>
          </p:cNvPr>
          <p:cNvCxnSpPr/>
          <p:nvPr/>
        </p:nvCxnSpPr>
        <p:spPr>
          <a:xfrm rot="10800000">
            <a:off x="5067319" y="5088387"/>
            <a:ext cx="869001" cy="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66E1A3BE-45D4-C9C2-3243-907A283D12D6}"/>
              </a:ext>
            </a:extLst>
          </p:cNvPr>
          <p:cNvCxnSpPr/>
          <p:nvPr/>
        </p:nvCxnSpPr>
        <p:spPr>
          <a:xfrm rot="5400000">
            <a:off x="4726148" y="6262966"/>
            <a:ext cx="2353620" cy="445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E879ED05-5C5A-82A0-52A0-C94A492A1816}"/>
              </a:ext>
            </a:extLst>
          </p:cNvPr>
          <p:cNvCxnSpPr>
            <a:cxnSpLocks/>
          </p:cNvCxnSpPr>
          <p:nvPr/>
        </p:nvCxnSpPr>
        <p:spPr>
          <a:xfrm flipH="1">
            <a:off x="4149392" y="7453136"/>
            <a:ext cx="1778026" cy="1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カギ線コネクタ 28">
            <a:extLst>
              <a:ext uri="{FF2B5EF4-FFF2-40B4-BE49-F238E27FC236}">
                <a16:creationId xmlns:a16="http://schemas.microsoft.com/office/drawing/2014/main" id="{03701B27-0FC1-9F18-BBD2-A5514AD889BE}"/>
              </a:ext>
            </a:extLst>
          </p:cNvPr>
          <p:cNvCxnSpPr>
            <a:cxnSpLocks/>
          </p:cNvCxnSpPr>
          <p:nvPr/>
        </p:nvCxnSpPr>
        <p:spPr>
          <a:xfrm>
            <a:off x="5374022" y="3185493"/>
            <a:ext cx="1959143" cy="1928153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D2B7BE56-71E2-BF92-1D98-675565C82028}"/>
              </a:ext>
            </a:extLst>
          </p:cNvPr>
          <p:cNvSpPr/>
          <p:nvPr/>
        </p:nvSpPr>
        <p:spPr>
          <a:xfrm>
            <a:off x="7302034" y="4587739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JSP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3" name="右矢印 32">
            <a:extLst>
              <a:ext uri="{FF2B5EF4-FFF2-40B4-BE49-F238E27FC236}">
                <a16:creationId xmlns:a16="http://schemas.microsoft.com/office/drawing/2014/main" id="{9E4D38B1-694E-985D-C582-7CD01A4AD56E}"/>
              </a:ext>
            </a:extLst>
          </p:cNvPr>
          <p:cNvSpPr/>
          <p:nvPr/>
        </p:nvSpPr>
        <p:spPr>
          <a:xfrm>
            <a:off x="6234119" y="7499357"/>
            <a:ext cx="4052890" cy="586736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DE04679D-3166-5572-F1C0-481F6B67BEFD}"/>
              </a:ext>
            </a:extLst>
          </p:cNvPr>
          <p:cNvSpPr/>
          <p:nvPr/>
        </p:nvSpPr>
        <p:spPr>
          <a:xfrm>
            <a:off x="9231951" y="6650030"/>
            <a:ext cx="1055061" cy="3761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Browser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BE48BC-C6DF-15BA-ECE9-96A2D6B864E4}"/>
              </a:ext>
            </a:extLst>
          </p:cNvPr>
          <p:cNvSpPr/>
          <p:nvPr/>
        </p:nvSpPr>
        <p:spPr>
          <a:xfrm>
            <a:off x="1960247" y="3496411"/>
            <a:ext cx="3467104" cy="1923120"/>
          </a:xfrm>
          <a:prstGeom prst="rect">
            <a:avLst/>
          </a:prstGeom>
          <a:noFill/>
          <a:ln w="317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91AEA0A3-925A-691C-1BC6-7307CE452882}"/>
              </a:ext>
            </a:extLst>
          </p:cNvPr>
          <p:cNvCxnSpPr/>
          <p:nvPr/>
        </p:nvCxnSpPr>
        <p:spPr>
          <a:xfrm>
            <a:off x="160030" y="4791682"/>
            <a:ext cx="1824669" cy="2223"/>
          </a:xfrm>
          <a:prstGeom prst="straightConnector1">
            <a:avLst/>
          </a:prstGeom>
          <a:ln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コネクタ 49">
            <a:extLst>
              <a:ext uri="{FF2B5EF4-FFF2-40B4-BE49-F238E27FC236}">
                <a16:creationId xmlns:a16="http://schemas.microsoft.com/office/drawing/2014/main" id="{8CECBF3C-F1DC-0E5C-6593-80616FA91B3B}"/>
              </a:ext>
            </a:extLst>
          </p:cNvPr>
          <p:cNvCxnSpPr>
            <a:cxnSpLocks/>
          </p:cNvCxnSpPr>
          <p:nvPr/>
        </p:nvCxnSpPr>
        <p:spPr>
          <a:xfrm flipH="1">
            <a:off x="160018" y="1503919"/>
            <a:ext cx="12" cy="328776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C48403D2-D6C3-71F2-9E67-8A32987B11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398520" y="6711713"/>
            <a:ext cx="546735" cy="2867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8" name="屈折矢印 30">
            <a:extLst>
              <a:ext uri="{FF2B5EF4-FFF2-40B4-BE49-F238E27FC236}">
                <a16:creationId xmlns:a16="http://schemas.microsoft.com/office/drawing/2014/main" id="{E27E4096-64BE-A2C1-9D93-41314BAAF6A7}"/>
              </a:ext>
            </a:extLst>
          </p:cNvPr>
          <p:cNvSpPr/>
          <p:nvPr/>
        </p:nvSpPr>
        <p:spPr>
          <a:xfrm rot="16200000" flipH="1">
            <a:off x="6140048" y="4517783"/>
            <a:ext cx="2385719" cy="2232317"/>
          </a:xfrm>
          <a:prstGeom prst="bentUpArrow">
            <a:avLst>
              <a:gd name="adj1" fmla="val 14582"/>
              <a:gd name="adj2" fmla="val 15624"/>
              <a:gd name="adj3" fmla="val 1458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31" name="屈折矢印 30">
            <a:extLst>
              <a:ext uri="{FF2B5EF4-FFF2-40B4-BE49-F238E27FC236}">
                <a16:creationId xmlns:a16="http://schemas.microsoft.com/office/drawing/2014/main" id="{4D05C3F7-3CE8-081F-4271-EB1CC1733237}"/>
              </a:ext>
            </a:extLst>
          </p:cNvPr>
          <p:cNvSpPr/>
          <p:nvPr/>
        </p:nvSpPr>
        <p:spPr>
          <a:xfrm rot="16200000" flipH="1">
            <a:off x="6530606" y="5060391"/>
            <a:ext cx="1210601" cy="1803557"/>
          </a:xfrm>
          <a:prstGeom prst="bent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A5E318B0-A636-65FF-A79A-BAA5EE6463A3}"/>
              </a:ext>
            </a:extLst>
          </p:cNvPr>
          <p:cNvSpPr/>
          <p:nvPr/>
        </p:nvSpPr>
        <p:spPr>
          <a:xfrm>
            <a:off x="7302039" y="4900018"/>
            <a:ext cx="5396147" cy="47317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&lt;form:select path="depMonth" items="${</a:t>
            </a:r>
            <a:r>
              <a:rPr lang="en-US" altLang="ja-JP" sz="1680" b="1" dirty="0">
                <a:solidFill>
                  <a:srgbClr val="0070C0"/>
                </a:solidFill>
              </a:rPr>
              <a:t>CL_MONTH</a:t>
            </a:r>
            <a:r>
              <a:rPr lang="en-US" altLang="ja-JP" sz="1680" b="1" dirty="0">
                <a:solidFill>
                  <a:schemeClr val="tx1"/>
                </a:solidFill>
              </a:rPr>
              <a:t>}" /&gt;</a:t>
            </a:r>
            <a:endParaRPr lang="ja-JP" altLang="en-US" sz="1680" b="1" dirty="0">
              <a:solidFill>
                <a:schemeClr val="tx1"/>
              </a:solidFill>
            </a:endParaRPr>
          </a:p>
        </p:txBody>
      </p:sp>
      <p:cxnSp>
        <p:nvCxnSpPr>
          <p:cNvPr id="41" name="カギ線コネクタ 28">
            <a:extLst>
              <a:ext uri="{FF2B5EF4-FFF2-40B4-BE49-F238E27FC236}">
                <a16:creationId xmlns:a16="http://schemas.microsoft.com/office/drawing/2014/main" id="{D5BC5B55-9570-3856-2E38-8D38530F1008}"/>
              </a:ext>
            </a:extLst>
          </p:cNvPr>
          <p:cNvCxnSpPr>
            <a:cxnSpLocks/>
          </p:cNvCxnSpPr>
          <p:nvPr/>
        </p:nvCxnSpPr>
        <p:spPr>
          <a:xfrm flipV="1">
            <a:off x="5422660" y="3181787"/>
            <a:ext cx="1910490" cy="4445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90B00E1A-9705-C754-AC6A-19E200CD926A}"/>
              </a:ext>
            </a:extLst>
          </p:cNvPr>
          <p:cNvSpPr/>
          <p:nvPr/>
        </p:nvSpPr>
        <p:spPr>
          <a:xfrm>
            <a:off x="7333154" y="2878677"/>
            <a:ext cx="5151996" cy="1562402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&lt;select </a:t>
            </a:r>
            <a:r>
              <a:rPr lang="en-US" altLang="ja-JP" sz="1680" b="1" dirty="0" err="1">
                <a:solidFill>
                  <a:schemeClr val="tx1"/>
                </a:solidFill>
              </a:rPr>
              <a:t>th:field</a:t>
            </a:r>
            <a:r>
              <a:rPr lang="en-US" altLang="ja-JP" sz="1680" b="1" dirty="0">
                <a:solidFill>
                  <a:schemeClr val="tx1"/>
                </a:solidFill>
              </a:rPr>
              <a:t>=“*{</a:t>
            </a:r>
            <a:r>
              <a:rPr lang="en-US" altLang="ja-JP" sz="1680" b="1" dirty="0" err="1">
                <a:solidFill>
                  <a:schemeClr val="tx1"/>
                </a:solidFill>
              </a:rPr>
              <a:t>depMonth</a:t>
            </a:r>
            <a:r>
              <a:rPr lang="en-US" altLang="ja-JP" sz="1680" b="1" dirty="0">
                <a:solidFill>
                  <a:schemeClr val="tx1"/>
                </a:solidFill>
              </a:rPr>
              <a:t>}"&gt;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&lt;option </a:t>
            </a:r>
            <a:r>
              <a:rPr lang="en-US" altLang="ja-JP" sz="1680" b="1" dirty="0" err="1">
                <a:solidFill>
                  <a:schemeClr val="tx1"/>
                </a:solidFill>
              </a:rPr>
              <a:t>th:each</a:t>
            </a:r>
            <a:r>
              <a:rPr lang="en-US" altLang="ja-JP" sz="1680" b="1" dirty="0">
                <a:solidFill>
                  <a:schemeClr val="tx1"/>
                </a:solidFill>
              </a:rPr>
              <a:t>=“month : ${</a:t>
            </a:r>
            <a:r>
              <a:rPr lang="en-US" altLang="ja-JP" sz="1680" b="1" dirty="0">
                <a:solidFill>
                  <a:srgbClr val="0070C0"/>
                </a:solidFill>
              </a:rPr>
              <a:t>CL_MONTH</a:t>
            </a:r>
            <a:r>
              <a:rPr lang="en-US" altLang="ja-JP" sz="1680" b="1" dirty="0">
                <a:solidFill>
                  <a:schemeClr val="tx1"/>
                </a:solidFill>
              </a:rPr>
              <a:t>}" 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  </a:t>
            </a:r>
            <a:r>
              <a:rPr lang="en-US" altLang="ja-JP" sz="1680" b="1" dirty="0" err="1">
                <a:solidFill>
                  <a:schemeClr val="tx1"/>
                </a:solidFill>
              </a:rPr>
              <a:t>th:value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month.key</a:t>
            </a:r>
            <a:r>
              <a:rPr lang="en-US" altLang="ja-JP" sz="1680" b="1" dirty="0">
                <a:solidFill>
                  <a:schemeClr val="tx1"/>
                </a:solidFill>
              </a:rPr>
              <a:t>}“ </a:t>
            </a:r>
            <a:r>
              <a:rPr lang="en-US" altLang="ja-JP" sz="1680" b="1" dirty="0" err="1">
                <a:solidFill>
                  <a:schemeClr val="tx1"/>
                </a:solidFill>
              </a:rPr>
              <a:t>th:text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month.value</a:t>
            </a:r>
            <a:r>
              <a:rPr lang="en-US" altLang="ja-JP" sz="1680" b="1" dirty="0">
                <a:solidFill>
                  <a:schemeClr val="tx1"/>
                </a:solidFill>
              </a:rPr>
              <a:t>}"&gt;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  00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&lt;/option&gt;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&lt;/select&gt;</a:t>
            </a:r>
            <a:endParaRPr lang="ja-JP" altLang="en-US" sz="1680" b="1" dirty="0">
              <a:solidFill>
                <a:schemeClr val="tx1"/>
              </a:solidFill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1517936E-331D-A8B9-1B58-C901804072C7}"/>
              </a:ext>
            </a:extLst>
          </p:cNvPr>
          <p:cNvSpPr/>
          <p:nvPr/>
        </p:nvSpPr>
        <p:spPr>
          <a:xfrm>
            <a:off x="7298713" y="2522851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 err="1">
                <a:solidFill>
                  <a:schemeClr val="tx1"/>
                </a:solidFill>
              </a:rPr>
              <a:t>Thymeleaf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CF383E7-C627-A03E-C89D-D3D830B03F7A}"/>
              </a:ext>
            </a:extLst>
          </p:cNvPr>
          <p:cNvSpPr/>
          <p:nvPr/>
        </p:nvSpPr>
        <p:spPr>
          <a:xfrm>
            <a:off x="826772" y="221762"/>
            <a:ext cx="3587116" cy="25558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CodelistConfig.java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A201ABE-5F8F-7C3C-1C41-2CC5F49FA502}"/>
              </a:ext>
            </a:extLst>
          </p:cNvPr>
          <p:cNvSpPr/>
          <p:nvPr/>
        </p:nvSpPr>
        <p:spPr>
          <a:xfrm>
            <a:off x="826771" y="484678"/>
            <a:ext cx="5819927" cy="2298625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b="1" dirty="0">
                <a:solidFill>
                  <a:schemeClr val="tx1"/>
                </a:solidFill>
              </a:rPr>
              <a:t>@Bean("</a:t>
            </a:r>
            <a:r>
              <a:rPr lang="en-US" sz="1680" b="1" dirty="0">
                <a:solidFill>
                  <a:srgbClr val="0070C0"/>
                </a:solidFill>
              </a:rPr>
              <a:t>CL_MONTH</a:t>
            </a:r>
            <a:r>
              <a:rPr lang="en-US" sz="1680" b="1" dirty="0">
                <a:solidFill>
                  <a:schemeClr val="tx1"/>
                </a:solidFill>
              </a:rPr>
              <a:t>")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public </a:t>
            </a:r>
            <a:r>
              <a:rPr lang="en-US" sz="1680" b="1" dirty="0" err="1">
                <a:solidFill>
                  <a:schemeClr val="tx1"/>
                </a:solidFill>
              </a:rPr>
              <a:t>NumberRangeCodeList</a:t>
            </a:r>
            <a:r>
              <a:rPr lang="en-US" sz="1680" b="1" dirty="0">
                <a:solidFill>
                  <a:schemeClr val="tx1"/>
                </a:solidFill>
              </a:rPr>
              <a:t> </a:t>
            </a:r>
            <a:r>
              <a:rPr lang="en-US" sz="1680" b="1" dirty="0" err="1">
                <a:solidFill>
                  <a:schemeClr val="tx1"/>
                </a:solidFill>
              </a:rPr>
              <a:t>clMonthAsc</a:t>
            </a:r>
            <a:r>
              <a:rPr lang="en-US" sz="1680" b="1" dirty="0">
                <a:solidFill>
                  <a:schemeClr val="tx1"/>
                </a:solidFill>
              </a:rPr>
              <a:t>() {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</a:t>
            </a:r>
            <a:r>
              <a:rPr lang="en-US" sz="1680" b="1" dirty="0" err="1">
                <a:solidFill>
                  <a:schemeClr val="tx1"/>
                </a:solidFill>
              </a:rPr>
              <a:t>NumberRangeCodeList</a:t>
            </a:r>
            <a:r>
              <a:rPr lang="en-US" sz="1680" b="1" dirty="0">
                <a:solidFill>
                  <a:schemeClr val="tx1"/>
                </a:solidFill>
              </a:rPr>
              <a:t> bean = new </a:t>
            </a:r>
            <a:r>
              <a:rPr lang="en-US" sz="1680" b="1" dirty="0" err="1">
                <a:solidFill>
                  <a:schemeClr val="tx1"/>
                </a:solidFill>
              </a:rPr>
              <a:t>NumberRangeCodeList</a:t>
            </a:r>
            <a:r>
              <a:rPr lang="en-US" sz="1680" b="1" dirty="0">
                <a:solidFill>
                  <a:schemeClr val="tx1"/>
                </a:solidFill>
              </a:rPr>
              <a:t>();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</a:t>
            </a:r>
            <a:r>
              <a:rPr lang="en-US" sz="1680" b="1" dirty="0" err="1">
                <a:solidFill>
                  <a:schemeClr val="tx1"/>
                </a:solidFill>
              </a:rPr>
              <a:t>bean.setFrom</a:t>
            </a:r>
            <a:r>
              <a:rPr lang="en-US" sz="1680" b="1" dirty="0">
                <a:solidFill>
                  <a:schemeClr val="tx1"/>
                </a:solidFill>
              </a:rPr>
              <a:t>(1);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</a:t>
            </a:r>
            <a:r>
              <a:rPr lang="en-US" sz="1680" b="1" dirty="0" err="1">
                <a:solidFill>
                  <a:schemeClr val="tx1"/>
                </a:solidFill>
              </a:rPr>
              <a:t>bean.setTo</a:t>
            </a:r>
            <a:r>
              <a:rPr lang="en-US" sz="1680" b="1" dirty="0">
                <a:solidFill>
                  <a:schemeClr val="tx1"/>
                </a:solidFill>
              </a:rPr>
              <a:t>(12);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</a:t>
            </a:r>
            <a:r>
              <a:rPr lang="en-US" sz="1680" b="1" dirty="0" err="1">
                <a:solidFill>
                  <a:schemeClr val="tx1"/>
                </a:solidFill>
              </a:rPr>
              <a:t>bean.setValueFormat</a:t>
            </a:r>
            <a:r>
              <a:rPr lang="en-US" sz="1680" b="1" dirty="0">
                <a:solidFill>
                  <a:schemeClr val="tx1"/>
                </a:solidFill>
              </a:rPr>
              <a:t>("%d");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</a:t>
            </a:r>
            <a:r>
              <a:rPr lang="en-US" sz="1680" b="1" dirty="0" err="1">
                <a:solidFill>
                  <a:schemeClr val="tx1"/>
                </a:solidFill>
              </a:rPr>
              <a:t>bean.setLabelFormat</a:t>
            </a:r>
            <a:r>
              <a:rPr lang="en-US" sz="1680" b="1" dirty="0">
                <a:solidFill>
                  <a:schemeClr val="tx1"/>
                </a:solidFill>
              </a:rPr>
              <a:t>("%02d");</a:t>
            </a:r>
          </a:p>
          <a:p>
            <a:r>
              <a:rPr lang="ja-JP" altLang="en-US" sz="1680" b="1" dirty="0">
                <a:solidFill>
                  <a:schemeClr val="tx1"/>
                </a:solidFill>
              </a:rPr>
              <a:t>    </a:t>
            </a:r>
            <a:r>
              <a:rPr lang="en-US" sz="1680" b="1" dirty="0">
                <a:solidFill>
                  <a:schemeClr val="tx1"/>
                </a:solidFill>
              </a:rPr>
              <a:t>return bean;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}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806FD0E8-55BC-65DE-E9D4-F74E3009C7B0}"/>
              </a:ext>
            </a:extLst>
          </p:cNvPr>
          <p:cNvSpPr/>
          <p:nvPr/>
        </p:nvSpPr>
        <p:spPr>
          <a:xfrm>
            <a:off x="1066679" y="1267434"/>
            <a:ext cx="1700954" cy="479395"/>
          </a:xfrm>
          <a:prstGeom prst="rect">
            <a:avLst/>
          </a:prstGeom>
          <a:noFill/>
          <a:ln w="317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CBAA92EC-E93B-82D4-BEA0-08096F16264E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160019" y="1503919"/>
            <a:ext cx="906657" cy="32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75D2D2E8-F8E8-8F30-8AA0-FF6AAA6BB71E}"/>
              </a:ext>
            </a:extLst>
          </p:cNvPr>
          <p:cNvSpPr/>
          <p:nvPr/>
        </p:nvSpPr>
        <p:spPr>
          <a:xfrm>
            <a:off x="1082646" y="2058031"/>
            <a:ext cx="2893386" cy="208781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39" name="直線コネクタ 38">
            <a:extLst>
              <a:ext uri="{FF2B5EF4-FFF2-40B4-BE49-F238E27FC236}">
                <a16:creationId xmlns:a16="http://schemas.microsoft.com/office/drawing/2014/main" id="{F300543F-4217-A0DE-9CDC-38F62DFD7ACC}"/>
              </a:ext>
            </a:extLst>
          </p:cNvPr>
          <p:cNvCxnSpPr>
            <a:cxnSpLocks/>
          </p:cNvCxnSpPr>
          <p:nvPr/>
        </p:nvCxnSpPr>
        <p:spPr>
          <a:xfrm flipH="1">
            <a:off x="3976045" y="2171709"/>
            <a:ext cx="1985879" cy="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6EF460F7-CBE0-B6D1-1D2C-9A640904D77E}"/>
              </a:ext>
            </a:extLst>
          </p:cNvPr>
          <p:cNvCxnSpPr>
            <a:cxnSpLocks/>
            <a:stCxn id="42" idx="1"/>
          </p:cNvCxnSpPr>
          <p:nvPr/>
        </p:nvCxnSpPr>
        <p:spPr>
          <a:xfrm flipH="1">
            <a:off x="490055" y="1897918"/>
            <a:ext cx="583519" cy="3486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9DAC6128-98D7-5650-4DDC-7E0CEE90ADD2}"/>
              </a:ext>
            </a:extLst>
          </p:cNvPr>
          <p:cNvSpPr/>
          <p:nvPr/>
        </p:nvSpPr>
        <p:spPr>
          <a:xfrm>
            <a:off x="1073574" y="1784614"/>
            <a:ext cx="2696634" cy="226607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</p:spTree>
    <p:extLst>
      <p:ext uri="{BB962C8B-B14F-4D97-AF65-F5344CB8AC3E}">
        <p14:creationId xmlns:p14="http://schemas.microsoft.com/office/powerpoint/2010/main" val="1560572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3873CFD-794E-8441-20AD-5635E9908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2F3FE2-341B-A7EB-A7F7-B7F7912BCA4C}"/>
              </a:ext>
            </a:extLst>
          </p:cNvPr>
          <p:cNvSpPr/>
          <p:nvPr/>
        </p:nvSpPr>
        <p:spPr>
          <a:xfrm>
            <a:off x="826774" y="945202"/>
            <a:ext cx="6504154" cy="1824674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b="1" dirty="0">
                <a:solidFill>
                  <a:schemeClr val="tx1"/>
                </a:solidFill>
              </a:rPr>
              <a:t>&lt;bean id="</a:t>
            </a:r>
            <a:r>
              <a:rPr lang="en-US" sz="1680" b="1" dirty="0">
                <a:solidFill>
                  <a:srgbClr val="0070C0"/>
                </a:solidFill>
              </a:rPr>
              <a:t>CL_MONTH</a:t>
            </a:r>
            <a:r>
              <a:rPr lang="en-US" sz="1680" b="1" dirty="0">
                <a:solidFill>
                  <a:schemeClr val="tx1"/>
                </a:solidFill>
              </a:rPr>
              <a:t>"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class="</a:t>
            </a:r>
            <a:r>
              <a:rPr lang="en-US" sz="1680" b="1" dirty="0" err="1">
                <a:solidFill>
                  <a:schemeClr val="tx1"/>
                </a:solidFill>
              </a:rPr>
              <a:t>org.terasoluna.gfw.common.codelist.NumberRangeCodeList</a:t>
            </a:r>
            <a:r>
              <a:rPr lang="en-US" sz="1680" b="1" dirty="0">
                <a:solidFill>
                  <a:schemeClr val="tx1"/>
                </a:solidFill>
              </a:rPr>
              <a:t>"&gt;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&lt;property name="from" value="1" /&gt;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&lt;property name="to" value="12" /&gt;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&lt;property name="valueFormat" value="%d" /&gt;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&lt;property name="labelFormat" value="%02d" /&gt;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&lt;/bean&gt;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F29E20C9-ECAB-AE68-3B8C-4E7686AAF39F}"/>
              </a:ext>
            </a:extLst>
          </p:cNvPr>
          <p:cNvGraphicFramePr>
            <a:graphicFrameLocks noGrp="1"/>
          </p:cNvGraphicFramePr>
          <p:nvPr/>
        </p:nvGraphicFramePr>
        <p:xfrm>
          <a:off x="1906908" y="3276832"/>
          <a:ext cx="3587118" cy="2090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35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935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value(key)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label(value)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1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01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2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02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3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03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…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…</a:t>
                      </a:r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11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11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12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12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A8E7CCB-E07A-AE5E-F881-A2AB6954B604}"/>
              </a:ext>
            </a:extLst>
          </p:cNvPr>
          <p:cNvSpPr/>
          <p:nvPr/>
        </p:nvSpPr>
        <p:spPr>
          <a:xfrm>
            <a:off x="1906913" y="3025906"/>
            <a:ext cx="38538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80" b="1" dirty="0">
                <a:solidFill>
                  <a:schemeClr val="tx1"/>
                </a:solidFill>
              </a:rPr>
              <a:t>Map&lt;String,String&gt; </a:t>
            </a:r>
            <a:r>
              <a:rPr lang="en-US" sz="1680" b="1" dirty="0">
                <a:solidFill>
                  <a:srgbClr val="0070C0"/>
                </a:solidFill>
              </a:rPr>
              <a:t>CL_MONTH</a:t>
            </a:r>
            <a:endParaRPr lang="ja-JP" altLang="en-US" sz="1680" b="1" dirty="0">
              <a:solidFill>
                <a:srgbClr val="0070C0"/>
              </a:solidFill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83320F0B-8916-21C6-14AA-BC4B396FF8BE}"/>
              </a:ext>
            </a:extLst>
          </p:cNvPr>
          <p:cNvCxnSpPr>
            <a:stCxn id="14" idx="1"/>
          </p:cNvCxnSpPr>
          <p:nvPr/>
        </p:nvCxnSpPr>
        <p:spPr>
          <a:xfrm rot="10800000" flipV="1">
            <a:off x="495625" y="2106351"/>
            <a:ext cx="457828" cy="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F78180D0-26F7-EC53-F1DD-1BF1FA826673}"/>
              </a:ext>
            </a:extLst>
          </p:cNvPr>
          <p:cNvCxnSpPr>
            <a:cxnSpLocks/>
          </p:cNvCxnSpPr>
          <p:nvPr/>
        </p:nvCxnSpPr>
        <p:spPr>
          <a:xfrm flipH="1">
            <a:off x="494528" y="2106353"/>
            <a:ext cx="1112" cy="2199709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50D3CDB9-1D59-3D7B-5F1E-902B2F2EE26F}"/>
              </a:ext>
            </a:extLst>
          </p:cNvPr>
          <p:cNvCxnSpPr/>
          <p:nvPr/>
        </p:nvCxnSpPr>
        <p:spPr>
          <a:xfrm>
            <a:off x="495640" y="4303847"/>
            <a:ext cx="1824669" cy="2223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8B561F47-40E1-6021-1CF0-BE7439AB776B}"/>
              </a:ext>
            </a:extLst>
          </p:cNvPr>
          <p:cNvSpPr/>
          <p:nvPr/>
        </p:nvSpPr>
        <p:spPr>
          <a:xfrm>
            <a:off x="953451" y="5890707"/>
            <a:ext cx="5280660" cy="2448930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b="1" dirty="0">
                <a:solidFill>
                  <a:schemeClr val="tx1"/>
                </a:solidFill>
              </a:rPr>
              <a:t>&lt;select id="depMonth" name="depMonth"&gt;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&lt;option value="1"&gt;01&lt;/option&gt;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&lt;option value="2"&gt;02&lt;/option&gt;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&lt;option value="3"&gt;03&lt;/option&gt;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...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&lt;option value="11"&gt;11&lt;/option&gt;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&lt;option value="12"&gt;12&lt;/option&gt;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&lt;/select&gt;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7DA0F3D-8ECC-F507-4DAA-E73D544C0BDC}"/>
              </a:ext>
            </a:extLst>
          </p:cNvPr>
          <p:cNvSpPr/>
          <p:nvPr/>
        </p:nvSpPr>
        <p:spPr>
          <a:xfrm>
            <a:off x="826780" y="689610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codelist.xml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3679BAE-63E3-7755-1965-BD803F70D021}"/>
              </a:ext>
            </a:extLst>
          </p:cNvPr>
          <p:cNvSpPr/>
          <p:nvPr/>
        </p:nvSpPr>
        <p:spPr>
          <a:xfrm>
            <a:off x="931858" y="5630675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html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0060108-E684-8E44-5060-BF98231DF322}"/>
              </a:ext>
            </a:extLst>
          </p:cNvPr>
          <p:cNvSpPr/>
          <p:nvPr/>
        </p:nvSpPr>
        <p:spPr>
          <a:xfrm>
            <a:off x="2320311" y="3553979"/>
            <a:ext cx="893439" cy="1813786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C873D0D-5AAF-1EB0-EA66-C9DAAB31BE37}"/>
              </a:ext>
            </a:extLst>
          </p:cNvPr>
          <p:cNvSpPr/>
          <p:nvPr/>
        </p:nvSpPr>
        <p:spPr>
          <a:xfrm>
            <a:off x="953460" y="1989561"/>
            <a:ext cx="4420554" cy="233583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5D5EC3B-A42F-9F21-3937-124923D0AAF9}"/>
              </a:ext>
            </a:extLst>
          </p:cNvPr>
          <p:cNvSpPr/>
          <p:nvPr/>
        </p:nvSpPr>
        <p:spPr>
          <a:xfrm>
            <a:off x="953457" y="2245150"/>
            <a:ext cx="4540568" cy="271365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B871DB8-1AF4-5664-A4E2-DA770F1F07EF}"/>
              </a:ext>
            </a:extLst>
          </p:cNvPr>
          <p:cNvSpPr/>
          <p:nvPr/>
        </p:nvSpPr>
        <p:spPr>
          <a:xfrm>
            <a:off x="4045588" y="3553979"/>
            <a:ext cx="1021733" cy="1813786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A7D39AB-A8A3-F457-8384-6DB21514CBCE}"/>
              </a:ext>
            </a:extLst>
          </p:cNvPr>
          <p:cNvSpPr/>
          <p:nvPr/>
        </p:nvSpPr>
        <p:spPr>
          <a:xfrm>
            <a:off x="1097921" y="6339394"/>
            <a:ext cx="1679398" cy="1555751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0C0B585-F352-E1C1-9304-F00DD0AB220B}"/>
              </a:ext>
            </a:extLst>
          </p:cNvPr>
          <p:cNvSpPr/>
          <p:nvPr/>
        </p:nvSpPr>
        <p:spPr>
          <a:xfrm>
            <a:off x="2812907" y="6339396"/>
            <a:ext cx="1282850" cy="1555751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3485C498-36E2-0AF9-0931-23BC716416E6}"/>
              </a:ext>
            </a:extLst>
          </p:cNvPr>
          <p:cNvCxnSpPr/>
          <p:nvPr/>
        </p:nvCxnSpPr>
        <p:spPr>
          <a:xfrm rot="10800000">
            <a:off x="604520" y="5090617"/>
            <a:ext cx="1715778" cy="2223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829F1DD9-5831-456F-A55B-0179C492C62D}"/>
              </a:ext>
            </a:extLst>
          </p:cNvPr>
          <p:cNvCxnSpPr/>
          <p:nvPr/>
        </p:nvCxnSpPr>
        <p:spPr>
          <a:xfrm flipV="1">
            <a:off x="604527" y="7442011"/>
            <a:ext cx="493390" cy="11123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A409CB1-ADA4-3F90-8EB1-528F125B7409}"/>
              </a:ext>
            </a:extLst>
          </p:cNvPr>
          <p:cNvCxnSpPr/>
          <p:nvPr/>
        </p:nvCxnSpPr>
        <p:spPr>
          <a:xfrm rot="5400000">
            <a:off x="-574516" y="6262968"/>
            <a:ext cx="2358070" cy="1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192E9111-7220-D1B4-72DE-9F4692D10EBF}"/>
              </a:ext>
            </a:extLst>
          </p:cNvPr>
          <p:cNvCxnSpPr/>
          <p:nvPr/>
        </p:nvCxnSpPr>
        <p:spPr>
          <a:xfrm rot="10800000">
            <a:off x="5494037" y="2383167"/>
            <a:ext cx="440063" cy="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8B724970-EA37-AFE4-6633-ABBE8FA6CBA1}"/>
              </a:ext>
            </a:extLst>
          </p:cNvPr>
          <p:cNvCxnSpPr>
            <a:cxnSpLocks/>
          </p:cNvCxnSpPr>
          <p:nvPr/>
        </p:nvCxnSpPr>
        <p:spPr>
          <a:xfrm flipH="1">
            <a:off x="5936317" y="2383169"/>
            <a:ext cx="3" cy="1922896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DC0620A-1A50-20D3-43F5-723D1418BDAF}"/>
              </a:ext>
            </a:extLst>
          </p:cNvPr>
          <p:cNvCxnSpPr/>
          <p:nvPr/>
        </p:nvCxnSpPr>
        <p:spPr>
          <a:xfrm rot="10800000">
            <a:off x="5060647" y="4301626"/>
            <a:ext cx="866775" cy="2223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48B25CB1-BA68-06E3-C0F3-9856C90EB9BA}"/>
              </a:ext>
            </a:extLst>
          </p:cNvPr>
          <p:cNvCxnSpPr/>
          <p:nvPr/>
        </p:nvCxnSpPr>
        <p:spPr>
          <a:xfrm rot="10800000">
            <a:off x="5067319" y="5088387"/>
            <a:ext cx="869001" cy="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4060F52D-0B90-9E5A-7FC2-2B27EC7C3998}"/>
              </a:ext>
            </a:extLst>
          </p:cNvPr>
          <p:cNvCxnSpPr/>
          <p:nvPr/>
        </p:nvCxnSpPr>
        <p:spPr>
          <a:xfrm rot="5400000">
            <a:off x="4726148" y="6262966"/>
            <a:ext cx="2353620" cy="445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8416A590-D749-952A-3046-98234D7DE598}"/>
              </a:ext>
            </a:extLst>
          </p:cNvPr>
          <p:cNvCxnSpPr>
            <a:cxnSpLocks/>
          </p:cNvCxnSpPr>
          <p:nvPr/>
        </p:nvCxnSpPr>
        <p:spPr>
          <a:xfrm flipH="1" flipV="1">
            <a:off x="4113137" y="7442011"/>
            <a:ext cx="1814281" cy="11125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カギ線コネクタ 28">
            <a:extLst>
              <a:ext uri="{FF2B5EF4-FFF2-40B4-BE49-F238E27FC236}">
                <a16:creationId xmlns:a16="http://schemas.microsoft.com/office/drawing/2014/main" id="{4329CEB8-87CC-B4EB-AAA9-952C8160F86A}"/>
              </a:ext>
            </a:extLst>
          </p:cNvPr>
          <p:cNvCxnSpPr>
            <a:cxnSpLocks/>
          </p:cNvCxnSpPr>
          <p:nvPr/>
        </p:nvCxnSpPr>
        <p:spPr>
          <a:xfrm>
            <a:off x="5374022" y="3185493"/>
            <a:ext cx="1959143" cy="1928153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93AD5B72-AA3A-CD15-4EB3-9F6021C47684}"/>
              </a:ext>
            </a:extLst>
          </p:cNvPr>
          <p:cNvSpPr/>
          <p:nvPr/>
        </p:nvSpPr>
        <p:spPr>
          <a:xfrm>
            <a:off x="7302034" y="4587739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JSP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3" name="右矢印 32">
            <a:extLst>
              <a:ext uri="{FF2B5EF4-FFF2-40B4-BE49-F238E27FC236}">
                <a16:creationId xmlns:a16="http://schemas.microsoft.com/office/drawing/2014/main" id="{4B93E371-9622-8E5C-6C3B-B58CCFC70B4C}"/>
              </a:ext>
            </a:extLst>
          </p:cNvPr>
          <p:cNvSpPr/>
          <p:nvPr/>
        </p:nvSpPr>
        <p:spPr>
          <a:xfrm>
            <a:off x="6234119" y="7499357"/>
            <a:ext cx="4052890" cy="586736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61F151B2-63F2-0A43-D600-B9FB6F3440E3}"/>
              </a:ext>
            </a:extLst>
          </p:cNvPr>
          <p:cNvSpPr/>
          <p:nvPr/>
        </p:nvSpPr>
        <p:spPr>
          <a:xfrm>
            <a:off x="9231951" y="6650030"/>
            <a:ext cx="1055061" cy="3761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Browser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8342A9AC-389F-CF07-CBBC-04998F1A5C12}"/>
              </a:ext>
            </a:extLst>
          </p:cNvPr>
          <p:cNvSpPr/>
          <p:nvPr/>
        </p:nvSpPr>
        <p:spPr>
          <a:xfrm>
            <a:off x="1960247" y="3496411"/>
            <a:ext cx="3467104" cy="1923120"/>
          </a:xfrm>
          <a:prstGeom prst="rect">
            <a:avLst/>
          </a:prstGeom>
          <a:noFill/>
          <a:ln w="317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4AC42D4-F0DC-F6CE-FD5E-453B1297AA19}"/>
              </a:ext>
            </a:extLst>
          </p:cNvPr>
          <p:cNvCxnSpPr/>
          <p:nvPr/>
        </p:nvCxnSpPr>
        <p:spPr>
          <a:xfrm>
            <a:off x="160030" y="4791682"/>
            <a:ext cx="1824669" cy="2223"/>
          </a:xfrm>
          <a:prstGeom prst="straightConnector1">
            <a:avLst/>
          </a:prstGeom>
          <a:ln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コネクタ 49">
            <a:extLst>
              <a:ext uri="{FF2B5EF4-FFF2-40B4-BE49-F238E27FC236}">
                <a16:creationId xmlns:a16="http://schemas.microsoft.com/office/drawing/2014/main" id="{1D11E44E-BBE8-4493-BF16-4D55D28016EE}"/>
              </a:ext>
            </a:extLst>
          </p:cNvPr>
          <p:cNvCxnSpPr>
            <a:cxnSpLocks/>
          </p:cNvCxnSpPr>
          <p:nvPr/>
        </p:nvCxnSpPr>
        <p:spPr>
          <a:xfrm>
            <a:off x="160018" y="1706408"/>
            <a:ext cx="0" cy="308527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9D1276A8-11C6-4760-67F3-4507232AED57}"/>
              </a:ext>
            </a:extLst>
          </p:cNvPr>
          <p:cNvSpPr/>
          <p:nvPr/>
        </p:nvSpPr>
        <p:spPr>
          <a:xfrm>
            <a:off x="953461" y="1474936"/>
            <a:ext cx="3565513" cy="479395"/>
          </a:xfrm>
          <a:prstGeom prst="rect">
            <a:avLst/>
          </a:prstGeom>
          <a:noFill/>
          <a:ln w="317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52" name="直線コネクタ 51">
            <a:extLst>
              <a:ext uri="{FF2B5EF4-FFF2-40B4-BE49-F238E27FC236}">
                <a16:creationId xmlns:a16="http://schemas.microsoft.com/office/drawing/2014/main" id="{49BD73F9-C4CD-7CE8-C305-9AC4DB378DAF}"/>
              </a:ext>
            </a:extLst>
          </p:cNvPr>
          <p:cNvCxnSpPr/>
          <p:nvPr/>
        </p:nvCxnSpPr>
        <p:spPr>
          <a:xfrm flipH="1">
            <a:off x="160028" y="1706408"/>
            <a:ext cx="771833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9D67ED6A-D7F1-3396-925E-4C8949895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398520" y="6711713"/>
            <a:ext cx="546735" cy="2867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8" name="屈折矢印 30">
            <a:extLst>
              <a:ext uri="{FF2B5EF4-FFF2-40B4-BE49-F238E27FC236}">
                <a16:creationId xmlns:a16="http://schemas.microsoft.com/office/drawing/2014/main" id="{F86C15A5-A00A-59A7-EB6C-B1896D72E299}"/>
              </a:ext>
            </a:extLst>
          </p:cNvPr>
          <p:cNvSpPr/>
          <p:nvPr/>
        </p:nvSpPr>
        <p:spPr>
          <a:xfrm rot="16200000" flipH="1">
            <a:off x="6140048" y="4517783"/>
            <a:ext cx="2385719" cy="2232317"/>
          </a:xfrm>
          <a:prstGeom prst="bentUpArrow">
            <a:avLst>
              <a:gd name="adj1" fmla="val 14582"/>
              <a:gd name="adj2" fmla="val 15624"/>
              <a:gd name="adj3" fmla="val 14582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31" name="屈折矢印 30">
            <a:extLst>
              <a:ext uri="{FF2B5EF4-FFF2-40B4-BE49-F238E27FC236}">
                <a16:creationId xmlns:a16="http://schemas.microsoft.com/office/drawing/2014/main" id="{CD593F0A-0FF4-DF0D-A83B-2B6F66BEB157}"/>
              </a:ext>
            </a:extLst>
          </p:cNvPr>
          <p:cNvSpPr/>
          <p:nvPr/>
        </p:nvSpPr>
        <p:spPr>
          <a:xfrm rot="16200000" flipH="1">
            <a:off x="6530606" y="5060391"/>
            <a:ext cx="1210601" cy="1803557"/>
          </a:xfrm>
          <a:prstGeom prst="bent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333AB46-4FD5-164F-E195-6EB82AF3908F}"/>
              </a:ext>
            </a:extLst>
          </p:cNvPr>
          <p:cNvSpPr/>
          <p:nvPr/>
        </p:nvSpPr>
        <p:spPr>
          <a:xfrm>
            <a:off x="7302039" y="4900018"/>
            <a:ext cx="5499577" cy="47317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&lt;form:select path="depMonth" items="${</a:t>
            </a:r>
            <a:r>
              <a:rPr lang="en-US" altLang="ja-JP" sz="1680" b="1" dirty="0">
                <a:solidFill>
                  <a:srgbClr val="0070C0"/>
                </a:solidFill>
              </a:rPr>
              <a:t>CL_MONTH</a:t>
            </a:r>
            <a:r>
              <a:rPr lang="en-US" altLang="ja-JP" sz="1680" b="1" dirty="0">
                <a:solidFill>
                  <a:schemeClr val="tx1"/>
                </a:solidFill>
              </a:rPr>
              <a:t>}" /&gt;</a:t>
            </a:r>
            <a:endParaRPr lang="ja-JP" altLang="en-US" sz="1680" b="1" dirty="0">
              <a:solidFill>
                <a:schemeClr val="tx1"/>
              </a:solidFill>
            </a:endParaRPr>
          </a:p>
        </p:txBody>
      </p:sp>
      <p:cxnSp>
        <p:nvCxnSpPr>
          <p:cNvPr id="41" name="カギ線コネクタ 28">
            <a:extLst>
              <a:ext uri="{FF2B5EF4-FFF2-40B4-BE49-F238E27FC236}">
                <a16:creationId xmlns:a16="http://schemas.microsoft.com/office/drawing/2014/main" id="{D77375B2-F7B6-F916-15A1-35A98A6D8FFA}"/>
              </a:ext>
            </a:extLst>
          </p:cNvPr>
          <p:cNvCxnSpPr>
            <a:cxnSpLocks/>
          </p:cNvCxnSpPr>
          <p:nvPr/>
        </p:nvCxnSpPr>
        <p:spPr>
          <a:xfrm flipV="1">
            <a:off x="5422660" y="3198116"/>
            <a:ext cx="1910490" cy="4445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910700C5-B953-FD8A-C396-8E7415A3AE00}"/>
              </a:ext>
            </a:extLst>
          </p:cNvPr>
          <p:cNvSpPr/>
          <p:nvPr/>
        </p:nvSpPr>
        <p:spPr>
          <a:xfrm>
            <a:off x="7333153" y="2878677"/>
            <a:ext cx="5468452" cy="1562402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&lt;select </a:t>
            </a:r>
            <a:r>
              <a:rPr lang="en-US" altLang="ja-JP" sz="1680" b="1" dirty="0" err="1">
                <a:solidFill>
                  <a:schemeClr val="tx1"/>
                </a:solidFill>
              </a:rPr>
              <a:t>th:field</a:t>
            </a:r>
            <a:r>
              <a:rPr lang="en-US" altLang="ja-JP" sz="1680" b="1" dirty="0">
                <a:solidFill>
                  <a:schemeClr val="tx1"/>
                </a:solidFill>
              </a:rPr>
              <a:t>=“*{</a:t>
            </a:r>
            <a:r>
              <a:rPr lang="en-US" altLang="ja-JP" sz="1680" b="1" dirty="0" err="1">
                <a:solidFill>
                  <a:schemeClr val="tx1"/>
                </a:solidFill>
              </a:rPr>
              <a:t>depMonth</a:t>
            </a:r>
            <a:r>
              <a:rPr lang="en-US" altLang="ja-JP" sz="1680" b="1" dirty="0">
                <a:solidFill>
                  <a:schemeClr val="tx1"/>
                </a:solidFill>
              </a:rPr>
              <a:t>}"&gt;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&lt;option </a:t>
            </a:r>
            <a:r>
              <a:rPr lang="en-US" altLang="ja-JP" sz="1680" b="1" dirty="0" err="1">
                <a:solidFill>
                  <a:schemeClr val="tx1"/>
                </a:solidFill>
              </a:rPr>
              <a:t>th:each</a:t>
            </a:r>
            <a:r>
              <a:rPr lang="en-US" altLang="ja-JP" sz="1680" b="1" dirty="0">
                <a:solidFill>
                  <a:schemeClr val="tx1"/>
                </a:solidFill>
              </a:rPr>
              <a:t>=“month : ${</a:t>
            </a:r>
            <a:r>
              <a:rPr lang="en-US" altLang="ja-JP" sz="1680" b="1" dirty="0">
                <a:solidFill>
                  <a:srgbClr val="0070C0"/>
                </a:solidFill>
              </a:rPr>
              <a:t>CL_MONTH</a:t>
            </a:r>
            <a:r>
              <a:rPr lang="en-US" altLang="ja-JP" sz="1680" b="1" dirty="0">
                <a:solidFill>
                  <a:schemeClr val="tx1"/>
                </a:solidFill>
              </a:rPr>
              <a:t>}" 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  </a:t>
            </a:r>
            <a:r>
              <a:rPr lang="en-US" altLang="ja-JP" sz="1680" b="1" dirty="0" err="1">
                <a:solidFill>
                  <a:schemeClr val="tx1"/>
                </a:solidFill>
              </a:rPr>
              <a:t>th:value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month.key</a:t>
            </a:r>
            <a:r>
              <a:rPr lang="en-US" altLang="ja-JP" sz="1680" b="1" dirty="0">
                <a:solidFill>
                  <a:schemeClr val="tx1"/>
                </a:solidFill>
              </a:rPr>
              <a:t>}“ </a:t>
            </a:r>
            <a:r>
              <a:rPr lang="en-US" altLang="ja-JP" sz="1680" b="1" dirty="0" err="1">
                <a:solidFill>
                  <a:schemeClr val="tx1"/>
                </a:solidFill>
              </a:rPr>
              <a:t>th:text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month.value</a:t>
            </a:r>
            <a:r>
              <a:rPr lang="en-US" altLang="ja-JP" sz="1680" b="1" dirty="0">
                <a:solidFill>
                  <a:schemeClr val="tx1"/>
                </a:solidFill>
              </a:rPr>
              <a:t>}"&gt;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  00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&lt;/option&gt;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&lt;/select&gt;</a:t>
            </a:r>
            <a:endParaRPr lang="ja-JP" altLang="en-US" sz="1680" b="1" dirty="0">
              <a:solidFill>
                <a:schemeClr val="tx1"/>
              </a:solidFill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988C93CB-F248-5EEF-E744-5767876943A5}"/>
              </a:ext>
            </a:extLst>
          </p:cNvPr>
          <p:cNvSpPr/>
          <p:nvPr/>
        </p:nvSpPr>
        <p:spPr>
          <a:xfrm>
            <a:off x="7298713" y="2522851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 err="1">
                <a:solidFill>
                  <a:schemeClr val="tx1"/>
                </a:solidFill>
              </a:rPr>
              <a:t>Thymeleaf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01893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右矢印 61">
            <a:extLst>
              <a:ext uri="{FF2B5EF4-FFF2-40B4-BE49-F238E27FC236}">
                <a16:creationId xmlns:a16="http://schemas.microsoft.com/office/drawing/2014/main" id="{76EFB153-12FD-FD81-2E7E-AB8C0DB9308C}"/>
              </a:ext>
            </a:extLst>
          </p:cNvPr>
          <p:cNvSpPr/>
          <p:nvPr/>
        </p:nvSpPr>
        <p:spPr>
          <a:xfrm rot="5400000">
            <a:off x="10738436" y="6371280"/>
            <a:ext cx="2377557" cy="586736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701099"/>
              </p:ext>
            </p:extLst>
          </p:nvPr>
        </p:nvGraphicFramePr>
        <p:xfrm>
          <a:off x="5406158" y="3124296"/>
          <a:ext cx="3021565" cy="18166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9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value(key)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label(value)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3172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1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Received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3172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2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Sent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3172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3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Cancelled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正方形/長方形 5"/>
          <p:cNvSpPr/>
          <p:nvPr/>
        </p:nvSpPr>
        <p:spPr>
          <a:xfrm>
            <a:off x="4909747" y="2655042"/>
            <a:ext cx="3891356" cy="5062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80" b="1" dirty="0">
                <a:solidFill>
                  <a:schemeClr val="tx1"/>
                </a:solidFill>
              </a:rPr>
              <a:t>Map&lt;String,String&gt; </a:t>
            </a:r>
            <a:r>
              <a:rPr lang="en-US" sz="1680" b="1" dirty="0">
                <a:solidFill>
                  <a:schemeClr val="accent1"/>
                </a:solidFill>
              </a:rPr>
              <a:t>CL_ORDERSTATUS</a:t>
            </a:r>
            <a:endParaRPr lang="ja-JP" altLang="en-US" sz="1680" b="1" dirty="0">
              <a:solidFill>
                <a:schemeClr val="accent1"/>
              </a:solidFill>
            </a:endParaRPr>
          </a:p>
        </p:txBody>
      </p:sp>
      <p:sp>
        <p:nvSpPr>
          <p:cNvPr id="2" name="正方形/長方形 1"/>
          <p:cNvSpPr/>
          <p:nvPr/>
        </p:nvSpPr>
        <p:spPr>
          <a:xfrm>
            <a:off x="173359" y="2757938"/>
            <a:ext cx="4642004" cy="511216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1680" dirty="0"/>
              <a:t>public </a:t>
            </a:r>
            <a:r>
              <a:rPr lang="en-US" altLang="ja-JP" sz="1680" dirty="0" err="1"/>
              <a:t>enum</a:t>
            </a:r>
            <a:r>
              <a:rPr lang="en-US" altLang="ja-JP" sz="1680" dirty="0"/>
              <a:t> </a:t>
            </a:r>
            <a:r>
              <a:rPr lang="en-US" altLang="ja-JP" sz="1960" b="1" dirty="0" err="1"/>
              <a:t>OrderStatus</a:t>
            </a:r>
            <a:endParaRPr lang="en-US" altLang="ja-JP" sz="1960" b="1" dirty="0"/>
          </a:p>
          <a:p>
            <a:r>
              <a:rPr lang="en-US" altLang="ja-JP" sz="1680" dirty="0"/>
              <a:t>    implements </a:t>
            </a:r>
            <a:r>
              <a:rPr lang="en-US" altLang="ja-JP" sz="1960" b="1" dirty="0" err="1"/>
              <a:t>EnumCodeList.CodeListItem</a:t>
            </a:r>
            <a:r>
              <a:rPr lang="en-US" altLang="ja-JP" sz="1680" dirty="0"/>
              <a:t> {</a:t>
            </a:r>
          </a:p>
          <a:p>
            <a:endParaRPr lang="en-US" altLang="ja-JP" sz="1680" dirty="0"/>
          </a:p>
          <a:p>
            <a:r>
              <a:rPr lang="en-US" altLang="ja-JP" sz="1960" b="1" dirty="0"/>
              <a:t>    </a:t>
            </a:r>
            <a:r>
              <a:rPr lang="en-US" altLang="ja-JP" sz="2240" b="1" dirty="0"/>
              <a:t>RECEIVED    </a:t>
            </a:r>
            <a:r>
              <a:rPr lang="ja-JP" altLang="en-US" sz="2240" b="1" dirty="0"/>
              <a:t> </a:t>
            </a:r>
            <a:r>
              <a:rPr lang="en-US" altLang="ja-JP" sz="2240" b="1" dirty="0"/>
              <a:t>("1",   "Received"), </a:t>
            </a:r>
          </a:p>
          <a:p>
            <a:r>
              <a:rPr lang="en-US" altLang="ja-JP" sz="2240" b="1" dirty="0"/>
              <a:t>    SENT             ("2",   "Sent"), </a:t>
            </a:r>
          </a:p>
          <a:p>
            <a:r>
              <a:rPr lang="en-US" altLang="ja-JP" sz="2240" b="1" dirty="0"/>
              <a:t>    CANCELLED ("3",    "Cancelled");</a:t>
            </a:r>
          </a:p>
          <a:p>
            <a:endParaRPr lang="en-US" altLang="ja-JP" sz="1260" dirty="0"/>
          </a:p>
          <a:p>
            <a:r>
              <a:rPr lang="en-US" altLang="ja-JP" sz="1120" dirty="0"/>
              <a:t>    private final String value;</a:t>
            </a:r>
          </a:p>
          <a:p>
            <a:r>
              <a:rPr lang="en-US" altLang="ja-JP" sz="1120" dirty="0"/>
              <a:t>    private final String label;</a:t>
            </a:r>
          </a:p>
          <a:p>
            <a:r>
              <a:rPr lang="en-US" altLang="ja-JP" sz="1120" dirty="0"/>
              <a:t>    private </a:t>
            </a:r>
            <a:r>
              <a:rPr lang="en-US" altLang="ja-JP" sz="1120" dirty="0" err="1"/>
              <a:t>OrderStatus</a:t>
            </a:r>
            <a:r>
              <a:rPr lang="en-US" altLang="ja-JP" sz="1120" dirty="0"/>
              <a:t>(String </a:t>
            </a:r>
            <a:r>
              <a:rPr lang="en-US" altLang="ja-JP" sz="1120" dirty="0" err="1"/>
              <a:t>codeValue</a:t>
            </a:r>
            <a:r>
              <a:rPr lang="en-US" altLang="ja-JP" sz="1120" dirty="0"/>
              <a:t>, String </a:t>
            </a:r>
            <a:r>
              <a:rPr lang="en-US" altLang="ja-JP" sz="1120" dirty="0" err="1"/>
              <a:t>codeLabel</a:t>
            </a:r>
            <a:r>
              <a:rPr lang="en-US" altLang="ja-JP" sz="1120" dirty="0"/>
              <a:t>) {</a:t>
            </a:r>
          </a:p>
          <a:p>
            <a:r>
              <a:rPr lang="en-US" altLang="ja-JP" sz="1120" dirty="0"/>
              <a:t>        </a:t>
            </a:r>
            <a:r>
              <a:rPr lang="en-US" altLang="ja-JP" sz="1120" dirty="0" err="1"/>
              <a:t>this.value</a:t>
            </a:r>
            <a:r>
              <a:rPr lang="en-US" altLang="ja-JP" sz="1120" dirty="0"/>
              <a:t> = </a:t>
            </a:r>
            <a:r>
              <a:rPr lang="en-US" altLang="ja-JP" sz="1120" dirty="0" err="1"/>
              <a:t>codeValue</a:t>
            </a:r>
            <a:r>
              <a:rPr lang="en-US" altLang="ja-JP" sz="1120" dirty="0"/>
              <a:t>;</a:t>
            </a:r>
          </a:p>
          <a:p>
            <a:r>
              <a:rPr lang="en-US" altLang="ja-JP" sz="1120" dirty="0"/>
              <a:t>        </a:t>
            </a:r>
            <a:r>
              <a:rPr lang="en-US" altLang="ja-JP" sz="1120" dirty="0" err="1"/>
              <a:t>this.label</a:t>
            </a:r>
            <a:r>
              <a:rPr lang="en-US" altLang="ja-JP" sz="1120" dirty="0"/>
              <a:t> = </a:t>
            </a:r>
            <a:r>
              <a:rPr lang="en-US" altLang="ja-JP" sz="1120" dirty="0" err="1"/>
              <a:t>codeLabel</a:t>
            </a:r>
            <a:r>
              <a:rPr lang="en-US" altLang="ja-JP" sz="1120" dirty="0"/>
              <a:t>;</a:t>
            </a:r>
          </a:p>
          <a:p>
            <a:r>
              <a:rPr lang="en-US" altLang="ja-JP" sz="1120" dirty="0"/>
              <a:t>    }</a:t>
            </a:r>
          </a:p>
          <a:p>
            <a:r>
              <a:rPr lang="en-US" altLang="ja-JP" sz="1400" b="1" dirty="0"/>
              <a:t>    @Override</a:t>
            </a:r>
          </a:p>
          <a:p>
            <a:r>
              <a:rPr lang="en-US" altLang="ja-JP" sz="1400" b="1" dirty="0"/>
              <a:t>    public String </a:t>
            </a:r>
            <a:r>
              <a:rPr lang="en-US" altLang="ja-JP" sz="1400" b="1" dirty="0" err="1"/>
              <a:t>getCodeValue</a:t>
            </a:r>
            <a:r>
              <a:rPr lang="en-US" altLang="ja-JP" sz="1400" b="1" dirty="0"/>
              <a:t>() {</a:t>
            </a:r>
          </a:p>
          <a:p>
            <a:r>
              <a:rPr lang="en-US" altLang="ja-JP" sz="1400" b="1" dirty="0"/>
              <a:t>        return value;</a:t>
            </a:r>
          </a:p>
          <a:p>
            <a:r>
              <a:rPr lang="en-US" altLang="ja-JP" sz="1400" b="1" dirty="0"/>
              <a:t>    }</a:t>
            </a:r>
          </a:p>
          <a:p>
            <a:r>
              <a:rPr lang="en-US" altLang="ja-JP" sz="1400" b="1" dirty="0"/>
              <a:t>    @Override</a:t>
            </a:r>
          </a:p>
          <a:p>
            <a:r>
              <a:rPr lang="en-US" altLang="ja-JP" sz="1400" b="1" dirty="0"/>
              <a:t>    public String </a:t>
            </a:r>
            <a:r>
              <a:rPr lang="en-US" altLang="ja-JP" sz="1400" b="1" dirty="0" err="1"/>
              <a:t>getCodeLabel</a:t>
            </a:r>
            <a:r>
              <a:rPr lang="en-US" altLang="ja-JP" sz="1400" b="1" dirty="0"/>
              <a:t>() {</a:t>
            </a:r>
          </a:p>
          <a:p>
            <a:r>
              <a:rPr lang="en-US" altLang="ja-JP" sz="1400" b="1" dirty="0"/>
              <a:t>        return label;</a:t>
            </a:r>
          </a:p>
          <a:p>
            <a:r>
              <a:rPr lang="en-US" altLang="ja-JP" sz="1400" b="1" dirty="0"/>
              <a:t>    }</a:t>
            </a:r>
          </a:p>
          <a:p>
            <a:r>
              <a:rPr lang="en-US" altLang="ja-JP" sz="1120" dirty="0"/>
              <a:t>}</a:t>
            </a:r>
          </a:p>
        </p:txBody>
      </p:sp>
      <p:sp>
        <p:nvSpPr>
          <p:cNvPr id="42" name="正方形/長方形 41"/>
          <p:cNvSpPr/>
          <p:nvPr/>
        </p:nvSpPr>
        <p:spPr>
          <a:xfrm>
            <a:off x="7787096" y="7886347"/>
            <a:ext cx="4801153" cy="1573529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b="1" dirty="0">
                <a:solidFill>
                  <a:schemeClr val="tx1"/>
                </a:solidFill>
              </a:rPr>
              <a:t>&lt;select id="orderStatus" name="orderStatus" &gt; 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&lt;option value="1"&gt;Received&lt;/option&gt;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&lt;option value="2"&gt;Sent&lt;/option&gt;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&lt;option value="3"&gt;Cancelled&lt;/option&gt;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&lt;/select&gt; </a:t>
            </a:r>
          </a:p>
        </p:txBody>
      </p:sp>
      <p:sp>
        <p:nvSpPr>
          <p:cNvPr id="43" name="正方形/長方形 42"/>
          <p:cNvSpPr/>
          <p:nvPr/>
        </p:nvSpPr>
        <p:spPr>
          <a:xfrm>
            <a:off x="7546761" y="7491858"/>
            <a:ext cx="1297891" cy="3615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2240" b="1" dirty="0">
                <a:solidFill>
                  <a:schemeClr val="tx1"/>
                </a:solidFill>
              </a:rPr>
              <a:t>html</a:t>
            </a:r>
            <a:endParaRPr lang="ja-JP" altLang="en-US" sz="224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6" name="正方形/長方形 45"/>
          <p:cNvSpPr/>
          <p:nvPr/>
        </p:nvSpPr>
        <p:spPr>
          <a:xfrm>
            <a:off x="7734318" y="5851030"/>
            <a:ext cx="4674883" cy="11983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&lt;form:select path="orderStatus“&gt;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&lt;form:options items="${</a:t>
            </a:r>
            <a:r>
              <a:rPr lang="en-US" altLang="ja-JP" sz="1680" b="1" dirty="0">
                <a:solidFill>
                  <a:schemeClr val="accent1"/>
                </a:solidFill>
              </a:rPr>
              <a:t>CL_ORDERSTATUS</a:t>
            </a:r>
            <a:r>
              <a:rPr lang="en-US" altLang="ja-JP" sz="1680" b="1" dirty="0">
                <a:solidFill>
                  <a:schemeClr val="tx1"/>
                </a:solidFill>
              </a:rPr>
              <a:t>}" /&gt;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&lt;/form:select&gt;</a:t>
            </a:r>
          </a:p>
        </p:txBody>
      </p:sp>
      <p:cxnSp>
        <p:nvCxnSpPr>
          <p:cNvPr id="47" name="カギ線コネクタ 46"/>
          <p:cNvCxnSpPr>
            <a:stCxn id="6" idx="3"/>
          </p:cNvCxnSpPr>
          <p:nvPr/>
        </p:nvCxnSpPr>
        <p:spPr>
          <a:xfrm>
            <a:off x="8801112" y="2908179"/>
            <a:ext cx="2426971" cy="3305669"/>
          </a:xfrm>
          <a:prstGeom prst="bentConnector2">
            <a:avLst/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正方形/長方形 52"/>
          <p:cNvSpPr/>
          <p:nvPr/>
        </p:nvSpPr>
        <p:spPr>
          <a:xfrm>
            <a:off x="7488428" y="5528764"/>
            <a:ext cx="1312683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2240" b="1" dirty="0">
                <a:solidFill>
                  <a:schemeClr val="tx1"/>
                </a:solidFill>
              </a:rPr>
              <a:t>JSP</a:t>
            </a:r>
            <a:endParaRPr lang="ja-JP" altLang="en-US" sz="224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5" name="右矢印 54"/>
          <p:cNvSpPr/>
          <p:nvPr/>
        </p:nvSpPr>
        <p:spPr>
          <a:xfrm rot="10800000">
            <a:off x="5801779" y="8651775"/>
            <a:ext cx="1744979" cy="586736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56" name="正方形/長方形 55"/>
          <p:cNvSpPr/>
          <p:nvPr/>
        </p:nvSpPr>
        <p:spPr>
          <a:xfrm>
            <a:off x="2311867" y="8084836"/>
            <a:ext cx="1696020" cy="40380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2240" b="1" dirty="0">
                <a:solidFill>
                  <a:schemeClr val="tx1"/>
                </a:solidFill>
              </a:rPr>
              <a:t>Browser</a:t>
            </a:r>
            <a:endParaRPr lang="ja-JP" altLang="en-US" sz="224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5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521046" y="8415989"/>
            <a:ext cx="3107055" cy="1253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2" name="右矢印 61"/>
          <p:cNvSpPr/>
          <p:nvPr/>
        </p:nvSpPr>
        <p:spPr>
          <a:xfrm rot="5400000">
            <a:off x="9847133" y="7219518"/>
            <a:ext cx="681079" cy="586736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3" name="正方形/長方形 62"/>
          <p:cNvSpPr/>
          <p:nvPr/>
        </p:nvSpPr>
        <p:spPr>
          <a:xfrm>
            <a:off x="1801586" y="3565449"/>
            <a:ext cx="2661557" cy="1235151"/>
          </a:xfrm>
          <a:prstGeom prst="rect">
            <a:avLst/>
          </a:prstGeom>
          <a:noFill/>
          <a:ln w="317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4" name="正方形/長方形 63"/>
          <p:cNvSpPr/>
          <p:nvPr/>
        </p:nvSpPr>
        <p:spPr>
          <a:xfrm>
            <a:off x="5338761" y="3581778"/>
            <a:ext cx="3154282" cy="1330512"/>
          </a:xfrm>
          <a:prstGeom prst="rect">
            <a:avLst/>
          </a:prstGeom>
          <a:noFill/>
          <a:ln w="317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5" name="正方形/長方形 64"/>
          <p:cNvSpPr/>
          <p:nvPr/>
        </p:nvSpPr>
        <p:spPr>
          <a:xfrm>
            <a:off x="7854043" y="8044815"/>
            <a:ext cx="4256314" cy="1281734"/>
          </a:xfrm>
          <a:prstGeom prst="rect">
            <a:avLst/>
          </a:prstGeom>
          <a:noFill/>
          <a:ln w="317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7" name="正方形/長方形 66"/>
          <p:cNvSpPr/>
          <p:nvPr/>
        </p:nvSpPr>
        <p:spPr>
          <a:xfrm>
            <a:off x="5801778" y="3654298"/>
            <a:ext cx="629355" cy="1177330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8" name="正方形/長方形 67"/>
          <p:cNvSpPr/>
          <p:nvPr/>
        </p:nvSpPr>
        <p:spPr>
          <a:xfrm>
            <a:off x="6990974" y="3654298"/>
            <a:ext cx="1348401" cy="1177330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9" name="正方形/長方形 68"/>
          <p:cNvSpPr/>
          <p:nvPr/>
        </p:nvSpPr>
        <p:spPr>
          <a:xfrm>
            <a:off x="392399" y="6096679"/>
            <a:ext cx="2278637" cy="669809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70" name="正方形/長方形 69"/>
          <p:cNvSpPr/>
          <p:nvPr/>
        </p:nvSpPr>
        <p:spPr>
          <a:xfrm>
            <a:off x="371968" y="6981218"/>
            <a:ext cx="2299068" cy="610219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74" name="図形 16"/>
          <p:cNvCxnSpPr>
            <a:cxnSpLocks/>
            <a:stCxn id="69" idx="3"/>
            <a:endCxn id="67" idx="2"/>
          </p:cNvCxnSpPr>
          <p:nvPr/>
        </p:nvCxnSpPr>
        <p:spPr>
          <a:xfrm flipV="1">
            <a:off x="2671036" y="4831628"/>
            <a:ext cx="3445420" cy="1599956"/>
          </a:xfrm>
          <a:prstGeom prst="curvedConnector2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図形 90"/>
          <p:cNvCxnSpPr>
            <a:cxnSpLocks/>
            <a:stCxn id="70" idx="3"/>
            <a:endCxn id="68" idx="2"/>
          </p:cNvCxnSpPr>
          <p:nvPr/>
        </p:nvCxnSpPr>
        <p:spPr>
          <a:xfrm flipV="1">
            <a:off x="2671036" y="4831628"/>
            <a:ext cx="4994139" cy="2454700"/>
          </a:xfrm>
          <a:prstGeom prst="curvedConnector2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線コネクタ 87"/>
          <p:cNvCxnSpPr>
            <a:cxnSpLocks/>
            <a:stCxn id="63" idx="3"/>
          </p:cNvCxnSpPr>
          <p:nvPr/>
        </p:nvCxnSpPr>
        <p:spPr>
          <a:xfrm>
            <a:off x="4463143" y="4183025"/>
            <a:ext cx="875618" cy="0"/>
          </a:xfrm>
          <a:prstGeom prst="straightConnector1">
            <a:avLst/>
          </a:prstGeom>
          <a:ln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直線コネクタ 87"/>
          <p:cNvCxnSpPr>
            <a:cxnSpLocks/>
            <a:stCxn id="64" idx="3"/>
          </p:cNvCxnSpPr>
          <p:nvPr/>
        </p:nvCxnSpPr>
        <p:spPr>
          <a:xfrm>
            <a:off x="8493043" y="4247034"/>
            <a:ext cx="933456" cy="3797785"/>
          </a:xfrm>
          <a:prstGeom prst="bentConnector2">
            <a:avLst/>
          </a:prstGeom>
          <a:ln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正方形/長方形 117"/>
          <p:cNvSpPr/>
          <p:nvPr/>
        </p:nvSpPr>
        <p:spPr>
          <a:xfrm>
            <a:off x="-13334" y="2396251"/>
            <a:ext cx="1026794" cy="3750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2240" b="1" dirty="0" err="1">
                <a:solidFill>
                  <a:schemeClr val="tx1"/>
                </a:solidFill>
              </a:rPr>
              <a:t>Enum</a:t>
            </a:r>
            <a:endParaRPr lang="ja-JP" altLang="en-US" sz="224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3" name="正方形/長方形 142"/>
          <p:cNvSpPr/>
          <p:nvPr/>
        </p:nvSpPr>
        <p:spPr>
          <a:xfrm>
            <a:off x="1937657" y="3678603"/>
            <a:ext cx="623391" cy="996811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44" name="正方形/長方形 143"/>
          <p:cNvSpPr/>
          <p:nvPr/>
        </p:nvSpPr>
        <p:spPr>
          <a:xfrm>
            <a:off x="2729465" y="3686412"/>
            <a:ext cx="1604421" cy="996811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49" name="正方形/長方形 148"/>
          <p:cNvSpPr/>
          <p:nvPr/>
        </p:nvSpPr>
        <p:spPr>
          <a:xfrm>
            <a:off x="8135820" y="8305799"/>
            <a:ext cx="1569933" cy="734787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51" name="正方形/長方形 150"/>
          <p:cNvSpPr/>
          <p:nvPr/>
        </p:nvSpPr>
        <p:spPr>
          <a:xfrm>
            <a:off x="9782243" y="8305800"/>
            <a:ext cx="1819212" cy="734786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5E90757-5350-BA2A-D990-03C31F88C4CD}"/>
              </a:ext>
            </a:extLst>
          </p:cNvPr>
          <p:cNvSpPr/>
          <p:nvPr/>
        </p:nvSpPr>
        <p:spPr>
          <a:xfrm>
            <a:off x="9580167" y="3848523"/>
            <a:ext cx="4772648" cy="162734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&lt;select </a:t>
            </a:r>
            <a:r>
              <a:rPr lang="en-US" altLang="ja-JP" sz="1680" b="1" dirty="0" err="1">
                <a:solidFill>
                  <a:schemeClr val="tx1"/>
                </a:solidFill>
              </a:rPr>
              <a:t>th:field</a:t>
            </a:r>
            <a:r>
              <a:rPr lang="en-US" altLang="ja-JP" sz="1680" b="1" dirty="0">
                <a:solidFill>
                  <a:schemeClr val="tx1"/>
                </a:solidFill>
              </a:rPr>
              <a:t>=“*{</a:t>
            </a:r>
            <a:r>
              <a:rPr lang="en-US" altLang="ja-JP" sz="1680" b="1" dirty="0" err="1">
                <a:solidFill>
                  <a:schemeClr val="tx1"/>
                </a:solidFill>
              </a:rPr>
              <a:t>orderStatus</a:t>
            </a:r>
            <a:r>
              <a:rPr lang="en-US" altLang="ja-JP" sz="1680" b="1" dirty="0">
                <a:solidFill>
                  <a:schemeClr val="tx1"/>
                </a:solidFill>
              </a:rPr>
              <a:t>}"&gt;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&lt;option </a:t>
            </a:r>
            <a:r>
              <a:rPr lang="en-US" altLang="ja-JP" sz="1680" b="1" dirty="0" err="1">
                <a:solidFill>
                  <a:schemeClr val="tx1"/>
                </a:solidFill>
              </a:rPr>
              <a:t>th:each</a:t>
            </a:r>
            <a:r>
              <a:rPr lang="en-US" altLang="ja-JP" sz="1680" b="1" dirty="0">
                <a:solidFill>
                  <a:schemeClr val="tx1"/>
                </a:solidFill>
              </a:rPr>
              <a:t>=“order  :  ${</a:t>
            </a:r>
            <a:r>
              <a:rPr lang="en-US" altLang="ja-JP" sz="1680" b="1" dirty="0">
                <a:solidFill>
                  <a:srgbClr val="0070C0"/>
                </a:solidFill>
              </a:rPr>
              <a:t>CL_ORDERSTATUS</a:t>
            </a:r>
            <a:r>
              <a:rPr lang="en-US" altLang="ja-JP" sz="1680" b="1" dirty="0">
                <a:solidFill>
                  <a:schemeClr val="tx1"/>
                </a:solidFill>
              </a:rPr>
              <a:t>}“</a:t>
            </a:r>
          </a:p>
          <a:p>
            <a:r>
              <a:rPr lang="en-US" altLang="ja-JP" sz="1680" b="1" dirty="0">
                <a:solidFill>
                  <a:srgbClr val="0070C0"/>
                </a:solidFill>
              </a:rPr>
              <a:t>     </a:t>
            </a:r>
            <a:r>
              <a:rPr lang="en-US" altLang="ja-JP" sz="1680" b="1" dirty="0">
                <a:solidFill>
                  <a:schemeClr val="tx1"/>
                </a:solidFill>
              </a:rPr>
              <a:t> </a:t>
            </a:r>
            <a:r>
              <a:rPr lang="en-US" altLang="ja-JP" sz="1680" b="1" dirty="0" err="1">
                <a:solidFill>
                  <a:schemeClr val="tx1"/>
                </a:solidFill>
              </a:rPr>
              <a:t>th:value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order.key</a:t>
            </a:r>
            <a:r>
              <a:rPr lang="en-US" altLang="ja-JP" sz="1680" b="1" dirty="0">
                <a:solidFill>
                  <a:schemeClr val="tx1"/>
                </a:solidFill>
              </a:rPr>
              <a:t>}“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  </a:t>
            </a:r>
            <a:r>
              <a:rPr lang="en-US" altLang="ja-JP" sz="1680" b="1" dirty="0" err="1">
                <a:solidFill>
                  <a:schemeClr val="tx1"/>
                </a:solidFill>
              </a:rPr>
              <a:t>th:text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order.value</a:t>
            </a:r>
            <a:r>
              <a:rPr lang="en-US" altLang="ja-JP" sz="1680" b="1" dirty="0">
                <a:solidFill>
                  <a:schemeClr val="tx1"/>
                </a:solidFill>
              </a:rPr>
              <a:t>}“ /&gt;Order Status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&lt;/option&gt;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&lt;/select&gt;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8FD4FBE-8519-DD6A-A257-0BFE9A5B9BAA}"/>
              </a:ext>
            </a:extLst>
          </p:cNvPr>
          <p:cNvSpPr/>
          <p:nvPr/>
        </p:nvSpPr>
        <p:spPr>
          <a:xfrm>
            <a:off x="9530514" y="3479167"/>
            <a:ext cx="3759480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2240" b="1" dirty="0" err="1">
                <a:solidFill>
                  <a:schemeClr val="tx1"/>
                </a:solidFill>
              </a:rPr>
              <a:t>Thymeleaf</a:t>
            </a:r>
            <a:endParaRPr lang="ja-JP" altLang="en-US" sz="224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8" name="カギ線コネクタ 46">
            <a:extLst>
              <a:ext uri="{FF2B5EF4-FFF2-40B4-BE49-F238E27FC236}">
                <a16:creationId xmlns:a16="http://schemas.microsoft.com/office/drawing/2014/main" id="{E6C510CE-4291-BDFF-C068-4A043B8B436F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8801103" y="2908182"/>
            <a:ext cx="4488890" cy="1179404"/>
          </a:xfrm>
          <a:prstGeom prst="bentConnector3">
            <a:avLst>
              <a:gd name="adj1" fmla="val 99956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0BAE577-F807-0905-1B21-D421AB004A1E}"/>
              </a:ext>
            </a:extLst>
          </p:cNvPr>
          <p:cNvSpPr/>
          <p:nvPr/>
        </p:nvSpPr>
        <p:spPr>
          <a:xfrm>
            <a:off x="190202" y="894049"/>
            <a:ext cx="7987663" cy="1244324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dirty="0">
                <a:solidFill>
                  <a:schemeClr val="tx1"/>
                </a:solidFill>
              </a:rPr>
              <a:t>@Bean("</a:t>
            </a:r>
            <a:r>
              <a:rPr lang="en-US" sz="1680" b="1" dirty="0">
                <a:solidFill>
                  <a:srgbClr val="0070C0"/>
                </a:solidFill>
              </a:rPr>
              <a:t>CL_ORDERSTATUS</a:t>
            </a:r>
            <a:r>
              <a:rPr lang="en-US" sz="1680" dirty="0">
                <a:solidFill>
                  <a:schemeClr val="tx1"/>
                </a:solidFill>
              </a:rPr>
              <a:t>")</a:t>
            </a:r>
          </a:p>
          <a:p>
            <a:r>
              <a:rPr lang="en-US" sz="1680" dirty="0">
                <a:solidFill>
                  <a:schemeClr val="tx1"/>
                </a:solidFill>
              </a:rPr>
              <a:t>    public </a:t>
            </a:r>
            <a:r>
              <a:rPr lang="en-US" sz="1680" dirty="0" err="1">
                <a:solidFill>
                  <a:schemeClr val="tx1"/>
                </a:solidFill>
              </a:rPr>
              <a:t>EnumCodeList</a:t>
            </a:r>
            <a:r>
              <a:rPr lang="en-US" sz="1680" dirty="0">
                <a:solidFill>
                  <a:schemeClr val="tx1"/>
                </a:solidFill>
              </a:rPr>
              <a:t> </a:t>
            </a:r>
            <a:r>
              <a:rPr lang="en-US" sz="1680" dirty="0" err="1">
                <a:solidFill>
                  <a:schemeClr val="tx1"/>
                </a:solidFill>
              </a:rPr>
              <a:t>cLEnumOrderstatus</a:t>
            </a:r>
            <a:r>
              <a:rPr lang="en-US" sz="1680" dirty="0">
                <a:solidFill>
                  <a:schemeClr val="tx1"/>
                </a:solidFill>
              </a:rPr>
              <a:t>() {</a:t>
            </a:r>
          </a:p>
          <a:p>
            <a:r>
              <a:rPr lang="en-US" sz="1680" dirty="0">
                <a:solidFill>
                  <a:schemeClr val="tx1"/>
                </a:solidFill>
              </a:rPr>
              <a:t>        </a:t>
            </a:r>
            <a:r>
              <a:rPr lang="en-US" sz="1960" b="1" dirty="0">
                <a:solidFill>
                  <a:schemeClr val="tx1"/>
                </a:solidFill>
              </a:rPr>
              <a:t>return new </a:t>
            </a:r>
            <a:r>
              <a:rPr lang="en-US" sz="1960" b="1" dirty="0" err="1">
                <a:solidFill>
                  <a:schemeClr val="tx1"/>
                </a:solidFill>
              </a:rPr>
              <a:t>EnumCodeList</a:t>
            </a:r>
            <a:r>
              <a:rPr lang="en-US" sz="1960" b="1" dirty="0">
                <a:solidFill>
                  <a:schemeClr val="tx1"/>
                </a:solidFill>
              </a:rPr>
              <a:t>(</a:t>
            </a:r>
            <a:r>
              <a:rPr lang="en-US" sz="1960" b="1" dirty="0" err="1">
                <a:solidFill>
                  <a:schemeClr val="tx1"/>
                </a:solidFill>
              </a:rPr>
              <a:t>OrderStatus.class</a:t>
            </a:r>
            <a:r>
              <a:rPr lang="en-US" sz="1960" b="1" dirty="0">
                <a:solidFill>
                  <a:schemeClr val="tx1"/>
                </a:solidFill>
              </a:rPr>
              <a:t>);</a:t>
            </a:r>
          </a:p>
          <a:p>
            <a:r>
              <a:rPr lang="en-US" sz="1680" dirty="0">
                <a:solidFill>
                  <a:schemeClr val="tx1"/>
                </a:solidFill>
              </a:rPr>
              <a:t>}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307EFDA-10B0-9D1F-9745-7ECC6B40F102}"/>
              </a:ext>
            </a:extLst>
          </p:cNvPr>
          <p:cNvSpPr/>
          <p:nvPr/>
        </p:nvSpPr>
        <p:spPr>
          <a:xfrm>
            <a:off x="-161" y="595589"/>
            <a:ext cx="3587116" cy="25558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2240" b="1" dirty="0">
                <a:solidFill>
                  <a:schemeClr val="tx1"/>
                </a:solidFill>
              </a:rPr>
              <a:t>CodeListConfig.java</a:t>
            </a:r>
            <a:endParaRPr lang="ja-JP" altLang="en-US" sz="224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4" name="カギ線コネクタ 151">
            <a:extLst>
              <a:ext uri="{FF2B5EF4-FFF2-40B4-BE49-F238E27FC236}">
                <a16:creationId xmlns:a16="http://schemas.microsoft.com/office/drawing/2014/main" id="{6FA01575-7D61-0EB9-6A4E-110442A5CFB9}"/>
              </a:ext>
            </a:extLst>
          </p:cNvPr>
          <p:cNvCxnSpPr>
            <a:cxnSpLocks/>
          </p:cNvCxnSpPr>
          <p:nvPr/>
        </p:nvCxnSpPr>
        <p:spPr>
          <a:xfrm>
            <a:off x="2859661" y="1112557"/>
            <a:ext cx="4927435" cy="1660032"/>
          </a:xfrm>
          <a:prstGeom prst="bentConnector3">
            <a:avLst>
              <a:gd name="adj1" fmla="val 100010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カギ線コネクタ 118">
            <a:extLst>
              <a:ext uri="{FF2B5EF4-FFF2-40B4-BE49-F238E27FC236}">
                <a16:creationId xmlns:a16="http://schemas.microsoft.com/office/drawing/2014/main" id="{479EE850-311F-E462-D5B2-4ACC5B581707}"/>
              </a:ext>
            </a:extLst>
          </p:cNvPr>
          <p:cNvCxnSpPr>
            <a:cxnSpLocks/>
          </p:cNvCxnSpPr>
          <p:nvPr/>
        </p:nvCxnSpPr>
        <p:spPr>
          <a:xfrm flipH="1">
            <a:off x="2160282" y="1813560"/>
            <a:ext cx="918198" cy="959029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7533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AC275FC-6410-8A00-DDA3-D19DE631F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右矢印 61">
            <a:extLst>
              <a:ext uri="{FF2B5EF4-FFF2-40B4-BE49-F238E27FC236}">
                <a16:creationId xmlns:a16="http://schemas.microsoft.com/office/drawing/2014/main" id="{C32CE4E9-6612-91D9-2191-AF9FE9DA52B6}"/>
              </a:ext>
            </a:extLst>
          </p:cNvPr>
          <p:cNvSpPr/>
          <p:nvPr/>
        </p:nvSpPr>
        <p:spPr>
          <a:xfrm rot="5400000">
            <a:off x="10673121" y="6371280"/>
            <a:ext cx="2377557" cy="586736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3E8201-A27E-E287-AF99-39A5AB5F1854}"/>
              </a:ext>
            </a:extLst>
          </p:cNvPr>
          <p:cNvSpPr/>
          <p:nvPr/>
        </p:nvSpPr>
        <p:spPr>
          <a:xfrm>
            <a:off x="198305" y="686118"/>
            <a:ext cx="7987663" cy="1357948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dirty="0">
                <a:solidFill>
                  <a:schemeClr val="tx1"/>
                </a:solidFill>
              </a:rPr>
              <a:t>&lt;bean id="</a:t>
            </a:r>
            <a:r>
              <a:rPr lang="en-US" sz="1680" b="1" dirty="0">
                <a:solidFill>
                  <a:schemeClr val="accent1"/>
                </a:solidFill>
              </a:rPr>
              <a:t>CL_ORDERSTATUS</a:t>
            </a:r>
            <a:r>
              <a:rPr lang="en-US" sz="1680" dirty="0">
                <a:solidFill>
                  <a:schemeClr val="tx1"/>
                </a:solidFill>
              </a:rPr>
              <a:t>"</a:t>
            </a:r>
          </a:p>
          <a:p>
            <a:r>
              <a:rPr lang="en-US" sz="1680" dirty="0">
                <a:solidFill>
                  <a:schemeClr val="tx1"/>
                </a:solidFill>
              </a:rPr>
              <a:t>      class="</a:t>
            </a:r>
            <a:r>
              <a:rPr lang="en-US" sz="1680" dirty="0" err="1">
                <a:solidFill>
                  <a:schemeClr val="tx1"/>
                </a:solidFill>
              </a:rPr>
              <a:t>org.terasoluna.gfw.common.codelist.EnumCodeList</a:t>
            </a:r>
            <a:r>
              <a:rPr lang="en-US" sz="1680" dirty="0">
                <a:solidFill>
                  <a:schemeClr val="tx1"/>
                </a:solidFill>
              </a:rPr>
              <a:t>"&gt;</a:t>
            </a:r>
          </a:p>
          <a:p>
            <a:r>
              <a:rPr lang="en-US" sz="1680" dirty="0">
                <a:solidFill>
                  <a:schemeClr val="tx1"/>
                </a:solidFill>
              </a:rPr>
              <a:t>    </a:t>
            </a:r>
            <a:r>
              <a:rPr lang="en-US" sz="1960" b="1" dirty="0">
                <a:solidFill>
                  <a:schemeClr val="tx1"/>
                </a:solidFill>
              </a:rPr>
              <a:t>&lt;constructor-</a:t>
            </a:r>
            <a:r>
              <a:rPr lang="en-US" sz="1960" b="1" dirty="0" err="1">
                <a:solidFill>
                  <a:schemeClr val="tx1"/>
                </a:solidFill>
              </a:rPr>
              <a:t>arg</a:t>
            </a:r>
            <a:r>
              <a:rPr lang="en-US" sz="1960" b="1" dirty="0">
                <a:solidFill>
                  <a:schemeClr val="tx1"/>
                </a:solidFill>
              </a:rPr>
              <a:t> value="</a:t>
            </a:r>
            <a:r>
              <a:rPr lang="en-US" sz="1960" b="1" dirty="0" err="1">
                <a:solidFill>
                  <a:schemeClr val="tx1"/>
                </a:solidFill>
              </a:rPr>
              <a:t>com.example.domain.model.OrderStatus</a:t>
            </a:r>
            <a:r>
              <a:rPr lang="en-US" sz="1960" b="1" dirty="0">
                <a:solidFill>
                  <a:schemeClr val="tx1"/>
                </a:solidFill>
              </a:rPr>
              <a:t>" /&gt;</a:t>
            </a:r>
          </a:p>
          <a:p>
            <a:r>
              <a:rPr lang="en-US" sz="1680" dirty="0">
                <a:solidFill>
                  <a:schemeClr val="tx1"/>
                </a:solidFill>
              </a:rPr>
              <a:t>&lt;/bean&gt;</a:t>
            </a: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51CA231D-BBCF-DE25-0C61-F755400A7F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799307"/>
              </p:ext>
            </p:extLst>
          </p:nvPr>
        </p:nvGraphicFramePr>
        <p:xfrm>
          <a:off x="5406158" y="3048094"/>
          <a:ext cx="3021574" cy="18075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95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533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value(key)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label(value)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3172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1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Received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3172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2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Sent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3172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3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100" dirty="0"/>
                        <a:t>Cancelled</a:t>
                      </a:r>
                      <a:endParaRPr kumimoji="1" lang="ja-JP" altLang="en-US" sz="2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EEBBE1C-A50D-31B2-4C40-A05F20E22E44}"/>
              </a:ext>
            </a:extLst>
          </p:cNvPr>
          <p:cNvSpPr/>
          <p:nvPr/>
        </p:nvSpPr>
        <p:spPr>
          <a:xfrm>
            <a:off x="4909747" y="2649600"/>
            <a:ext cx="3891356" cy="5062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80" b="1" dirty="0">
                <a:solidFill>
                  <a:schemeClr val="tx1"/>
                </a:solidFill>
              </a:rPr>
              <a:t>Map&lt;String,String&gt; </a:t>
            </a:r>
            <a:r>
              <a:rPr lang="en-US" sz="1680" b="1" dirty="0">
                <a:solidFill>
                  <a:schemeClr val="accent1"/>
                </a:solidFill>
              </a:rPr>
              <a:t>CL_ORDERSTATUS</a:t>
            </a:r>
            <a:endParaRPr lang="ja-JP" altLang="en-US" sz="1680" b="1" dirty="0">
              <a:solidFill>
                <a:schemeClr val="accent1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C66BE9C-C685-2353-9818-6763613A8975}"/>
              </a:ext>
            </a:extLst>
          </p:cNvPr>
          <p:cNvSpPr/>
          <p:nvPr/>
        </p:nvSpPr>
        <p:spPr>
          <a:xfrm>
            <a:off x="13344" y="377190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2240" b="1" dirty="0">
                <a:solidFill>
                  <a:schemeClr val="tx1"/>
                </a:solidFill>
              </a:rPr>
              <a:t>codelist.xml</a:t>
            </a:r>
            <a:endParaRPr lang="ja-JP" altLang="en-US" sz="224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3218A93-8338-B5A9-47E1-BAEE8373C2C7}"/>
              </a:ext>
            </a:extLst>
          </p:cNvPr>
          <p:cNvSpPr/>
          <p:nvPr/>
        </p:nvSpPr>
        <p:spPr>
          <a:xfrm>
            <a:off x="173359" y="2757938"/>
            <a:ext cx="4642004" cy="5112169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ja-JP" sz="1680" dirty="0"/>
              <a:t>public </a:t>
            </a:r>
            <a:r>
              <a:rPr lang="en-US" altLang="ja-JP" sz="1680" dirty="0" err="1"/>
              <a:t>enum</a:t>
            </a:r>
            <a:r>
              <a:rPr lang="en-US" altLang="ja-JP" sz="1680" dirty="0"/>
              <a:t> </a:t>
            </a:r>
            <a:r>
              <a:rPr lang="en-US" altLang="ja-JP" sz="1960" b="1" dirty="0" err="1"/>
              <a:t>OrderStatus</a:t>
            </a:r>
            <a:endParaRPr lang="en-US" altLang="ja-JP" sz="1960" b="1" dirty="0"/>
          </a:p>
          <a:p>
            <a:r>
              <a:rPr lang="en-US" altLang="ja-JP" sz="1680" dirty="0"/>
              <a:t>    implements </a:t>
            </a:r>
            <a:r>
              <a:rPr lang="en-US" altLang="ja-JP" sz="1960" b="1" dirty="0" err="1"/>
              <a:t>EnumCodeList.CodeListItem</a:t>
            </a:r>
            <a:r>
              <a:rPr lang="en-US" altLang="ja-JP" sz="1680" dirty="0"/>
              <a:t> {</a:t>
            </a:r>
          </a:p>
          <a:p>
            <a:endParaRPr lang="en-US" altLang="ja-JP" sz="1680" dirty="0"/>
          </a:p>
          <a:p>
            <a:r>
              <a:rPr lang="en-US" altLang="ja-JP" sz="1960" b="1" dirty="0"/>
              <a:t>    </a:t>
            </a:r>
            <a:r>
              <a:rPr lang="en-US" altLang="ja-JP" sz="2240" b="1" dirty="0"/>
              <a:t>RECEIVED    </a:t>
            </a:r>
            <a:r>
              <a:rPr lang="ja-JP" altLang="en-US" sz="2240" b="1" dirty="0"/>
              <a:t> </a:t>
            </a:r>
            <a:r>
              <a:rPr lang="en-US" altLang="ja-JP" sz="2240" b="1" dirty="0"/>
              <a:t>("1",   "Received"), </a:t>
            </a:r>
          </a:p>
          <a:p>
            <a:r>
              <a:rPr lang="en-US" altLang="ja-JP" sz="2240" b="1" dirty="0"/>
              <a:t>    SENT             ("2",   "Sent"), </a:t>
            </a:r>
          </a:p>
          <a:p>
            <a:r>
              <a:rPr lang="en-US" altLang="ja-JP" sz="2240" b="1" dirty="0"/>
              <a:t>    CANCELLED ("3",    "Cancelled");</a:t>
            </a:r>
          </a:p>
          <a:p>
            <a:endParaRPr lang="en-US" altLang="ja-JP" sz="1260" dirty="0"/>
          </a:p>
          <a:p>
            <a:r>
              <a:rPr lang="en-US" altLang="ja-JP" sz="1120" dirty="0"/>
              <a:t>    private final String value;</a:t>
            </a:r>
          </a:p>
          <a:p>
            <a:r>
              <a:rPr lang="en-US" altLang="ja-JP" sz="1120" dirty="0"/>
              <a:t>    private final String label;</a:t>
            </a:r>
          </a:p>
          <a:p>
            <a:r>
              <a:rPr lang="en-US" altLang="ja-JP" sz="1120" dirty="0"/>
              <a:t>    private </a:t>
            </a:r>
            <a:r>
              <a:rPr lang="en-US" altLang="ja-JP" sz="1120" dirty="0" err="1"/>
              <a:t>OrderStatus</a:t>
            </a:r>
            <a:r>
              <a:rPr lang="en-US" altLang="ja-JP" sz="1120" dirty="0"/>
              <a:t>(String </a:t>
            </a:r>
            <a:r>
              <a:rPr lang="en-US" altLang="ja-JP" sz="1120" dirty="0" err="1"/>
              <a:t>codeValue</a:t>
            </a:r>
            <a:r>
              <a:rPr lang="en-US" altLang="ja-JP" sz="1120" dirty="0"/>
              <a:t>, String </a:t>
            </a:r>
            <a:r>
              <a:rPr lang="en-US" altLang="ja-JP" sz="1120" dirty="0" err="1"/>
              <a:t>codeLabel</a:t>
            </a:r>
            <a:r>
              <a:rPr lang="en-US" altLang="ja-JP" sz="1120" dirty="0"/>
              <a:t>) {</a:t>
            </a:r>
          </a:p>
          <a:p>
            <a:r>
              <a:rPr lang="en-US" altLang="ja-JP" sz="1120" dirty="0"/>
              <a:t>        </a:t>
            </a:r>
            <a:r>
              <a:rPr lang="en-US" altLang="ja-JP" sz="1120" dirty="0" err="1"/>
              <a:t>this.value</a:t>
            </a:r>
            <a:r>
              <a:rPr lang="en-US" altLang="ja-JP" sz="1120" dirty="0"/>
              <a:t> = </a:t>
            </a:r>
            <a:r>
              <a:rPr lang="en-US" altLang="ja-JP" sz="1120" dirty="0" err="1"/>
              <a:t>codeValue</a:t>
            </a:r>
            <a:r>
              <a:rPr lang="en-US" altLang="ja-JP" sz="1120" dirty="0"/>
              <a:t>;</a:t>
            </a:r>
          </a:p>
          <a:p>
            <a:r>
              <a:rPr lang="en-US" altLang="ja-JP" sz="1120" dirty="0"/>
              <a:t>        </a:t>
            </a:r>
            <a:r>
              <a:rPr lang="en-US" altLang="ja-JP" sz="1120" dirty="0" err="1"/>
              <a:t>this.label</a:t>
            </a:r>
            <a:r>
              <a:rPr lang="en-US" altLang="ja-JP" sz="1120" dirty="0"/>
              <a:t> = </a:t>
            </a:r>
            <a:r>
              <a:rPr lang="en-US" altLang="ja-JP" sz="1120" dirty="0" err="1"/>
              <a:t>codeLabel</a:t>
            </a:r>
            <a:r>
              <a:rPr lang="en-US" altLang="ja-JP" sz="1120" dirty="0"/>
              <a:t>;</a:t>
            </a:r>
          </a:p>
          <a:p>
            <a:r>
              <a:rPr lang="en-US" altLang="ja-JP" sz="1120" dirty="0"/>
              <a:t>    }</a:t>
            </a:r>
          </a:p>
          <a:p>
            <a:r>
              <a:rPr lang="en-US" altLang="ja-JP" sz="1400" b="1" dirty="0"/>
              <a:t>    @Override</a:t>
            </a:r>
          </a:p>
          <a:p>
            <a:r>
              <a:rPr lang="en-US" altLang="ja-JP" sz="1400" b="1" dirty="0"/>
              <a:t>    public String </a:t>
            </a:r>
            <a:r>
              <a:rPr lang="en-US" altLang="ja-JP" sz="1400" b="1" dirty="0" err="1"/>
              <a:t>getCodeValue</a:t>
            </a:r>
            <a:r>
              <a:rPr lang="en-US" altLang="ja-JP" sz="1400" b="1" dirty="0"/>
              <a:t>() {</a:t>
            </a:r>
          </a:p>
          <a:p>
            <a:r>
              <a:rPr lang="en-US" altLang="ja-JP" sz="1400" b="1" dirty="0"/>
              <a:t>        return value;</a:t>
            </a:r>
          </a:p>
          <a:p>
            <a:r>
              <a:rPr lang="en-US" altLang="ja-JP" sz="1400" b="1" dirty="0"/>
              <a:t>    }</a:t>
            </a:r>
          </a:p>
          <a:p>
            <a:r>
              <a:rPr lang="en-US" altLang="ja-JP" sz="1400" b="1" dirty="0"/>
              <a:t>    @Override</a:t>
            </a:r>
          </a:p>
          <a:p>
            <a:r>
              <a:rPr lang="en-US" altLang="ja-JP" sz="1400" b="1" dirty="0"/>
              <a:t>    public String </a:t>
            </a:r>
            <a:r>
              <a:rPr lang="en-US" altLang="ja-JP" sz="1400" b="1" dirty="0" err="1"/>
              <a:t>getCodeLabel</a:t>
            </a:r>
            <a:r>
              <a:rPr lang="en-US" altLang="ja-JP" sz="1400" b="1" dirty="0"/>
              <a:t>() {</a:t>
            </a:r>
          </a:p>
          <a:p>
            <a:r>
              <a:rPr lang="en-US" altLang="ja-JP" sz="1400" b="1" dirty="0"/>
              <a:t>        return label;</a:t>
            </a:r>
          </a:p>
          <a:p>
            <a:r>
              <a:rPr lang="en-US" altLang="ja-JP" sz="1400" b="1" dirty="0"/>
              <a:t>    }</a:t>
            </a:r>
          </a:p>
          <a:p>
            <a:r>
              <a:rPr lang="en-US" altLang="ja-JP" sz="1120" dirty="0"/>
              <a:t>}</a:t>
            </a: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D6C9F5BE-3406-273D-425E-EEE3404E4630}"/>
              </a:ext>
            </a:extLst>
          </p:cNvPr>
          <p:cNvSpPr/>
          <p:nvPr/>
        </p:nvSpPr>
        <p:spPr>
          <a:xfrm>
            <a:off x="7787096" y="7886347"/>
            <a:ext cx="4801153" cy="1573529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b="1" dirty="0">
                <a:solidFill>
                  <a:schemeClr val="tx1"/>
                </a:solidFill>
              </a:rPr>
              <a:t>&lt;select id="orderStatus" name="orderStatus" &gt; 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&lt;option value="1"&gt;Received&lt;/option&gt;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&lt;option value="2"&gt;Sent&lt;/option&gt;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&lt;option value="3"&gt;Cancelled&lt;/option&gt;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&lt;/select&gt; 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27330235-5663-6E1F-598A-41912043455A}"/>
              </a:ext>
            </a:extLst>
          </p:cNvPr>
          <p:cNvSpPr/>
          <p:nvPr/>
        </p:nvSpPr>
        <p:spPr>
          <a:xfrm>
            <a:off x="7546761" y="7491858"/>
            <a:ext cx="1297891" cy="36157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2240" b="1" dirty="0">
                <a:solidFill>
                  <a:schemeClr val="tx1"/>
                </a:solidFill>
              </a:rPr>
              <a:t>html</a:t>
            </a:r>
            <a:endParaRPr lang="ja-JP" altLang="en-US" sz="224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449C139D-8C5B-7DEB-BFDE-577596DEEB37}"/>
              </a:ext>
            </a:extLst>
          </p:cNvPr>
          <p:cNvSpPr/>
          <p:nvPr/>
        </p:nvSpPr>
        <p:spPr>
          <a:xfrm>
            <a:off x="7734319" y="5851030"/>
            <a:ext cx="4582868" cy="119836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&lt;form:select path="orderStatus“&gt;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&lt;form:options items="${</a:t>
            </a:r>
            <a:r>
              <a:rPr lang="en-US" altLang="ja-JP" sz="1680" b="1" dirty="0">
                <a:solidFill>
                  <a:schemeClr val="accent1"/>
                </a:solidFill>
              </a:rPr>
              <a:t>CL_ORDERSTATUS</a:t>
            </a:r>
            <a:r>
              <a:rPr lang="en-US" altLang="ja-JP" sz="1680" b="1" dirty="0">
                <a:solidFill>
                  <a:schemeClr val="tx1"/>
                </a:solidFill>
              </a:rPr>
              <a:t>}" /&gt;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&lt;/form:select&gt;</a:t>
            </a:r>
          </a:p>
        </p:txBody>
      </p:sp>
      <p:cxnSp>
        <p:nvCxnSpPr>
          <p:cNvPr id="47" name="カギ線コネクタ 46">
            <a:extLst>
              <a:ext uri="{FF2B5EF4-FFF2-40B4-BE49-F238E27FC236}">
                <a16:creationId xmlns:a16="http://schemas.microsoft.com/office/drawing/2014/main" id="{60D98AD9-967B-57B0-E1FC-9905B9459943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8801103" y="2902740"/>
            <a:ext cx="2412090" cy="3412728"/>
          </a:xfrm>
          <a:prstGeom prst="bentConnector2">
            <a:avLst/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945C8D86-450D-5B9A-059A-66C7A795E8AE}"/>
              </a:ext>
            </a:extLst>
          </p:cNvPr>
          <p:cNvSpPr/>
          <p:nvPr/>
        </p:nvSpPr>
        <p:spPr>
          <a:xfrm>
            <a:off x="7488428" y="5528764"/>
            <a:ext cx="1312683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2240" b="1" dirty="0">
                <a:solidFill>
                  <a:schemeClr val="tx1"/>
                </a:solidFill>
              </a:rPr>
              <a:t>JSP</a:t>
            </a:r>
            <a:endParaRPr lang="ja-JP" altLang="en-US" sz="224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5" name="右矢印 54">
            <a:extLst>
              <a:ext uri="{FF2B5EF4-FFF2-40B4-BE49-F238E27FC236}">
                <a16:creationId xmlns:a16="http://schemas.microsoft.com/office/drawing/2014/main" id="{2D25CD97-C03B-46B2-99C2-E4A0DD1E999E}"/>
              </a:ext>
            </a:extLst>
          </p:cNvPr>
          <p:cNvSpPr/>
          <p:nvPr/>
        </p:nvSpPr>
        <p:spPr>
          <a:xfrm rot="10800000">
            <a:off x="5801779" y="8651775"/>
            <a:ext cx="1744979" cy="586736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EC5919B-D291-A143-E541-669D09517218}"/>
              </a:ext>
            </a:extLst>
          </p:cNvPr>
          <p:cNvSpPr/>
          <p:nvPr/>
        </p:nvSpPr>
        <p:spPr>
          <a:xfrm>
            <a:off x="2311867" y="8084836"/>
            <a:ext cx="1696020" cy="40380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2240" b="1" dirty="0">
                <a:solidFill>
                  <a:schemeClr val="tx1"/>
                </a:solidFill>
              </a:rPr>
              <a:t>Browser</a:t>
            </a:r>
            <a:endParaRPr lang="ja-JP" altLang="en-US" sz="224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57" name="Picture 3">
            <a:extLst>
              <a:ext uri="{FF2B5EF4-FFF2-40B4-BE49-F238E27FC236}">
                <a16:creationId xmlns:a16="http://schemas.microsoft.com/office/drawing/2014/main" id="{06700B98-D65E-E7B1-AF84-64A5D941ED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521046" y="8415989"/>
            <a:ext cx="3107055" cy="12534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2" name="右矢印 61">
            <a:extLst>
              <a:ext uri="{FF2B5EF4-FFF2-40B4-BE49-F238E27FC236}">
                <a16:creationId xmlns:a16="http://schemas.microsoft.com/office/drawing/2014/main" id="{5FBC18FF-5C8D-39A4-A12A-EED336416303}"/>
              </a:ext>
            </a:extLst>
          </p:cNvPr>
          <p:cNvSpPr/>
          <p:nvPr/>
        </p:nvSpPr>
        <p:spPr>
          <a:xfrm rot="5400000">
            <a:off x="9847133" y="7219518"/>
            <a:ext cx="681079" cy="586736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3" name="正方形/長方形 62">
            <a:extLst>
              <a:ext uri="{FF2B5EF4-FFF2-40B4-BE49-F238E27FC236}">
                <a16:creationId xmlns:a16="http://schemas.microsoft.com/office/drawing/2014/main" id="{F7C19457-090A-5DDB-7E19-43731A51A74F}"/>
              </a:ext>
            </a:extLst>
          </p:cNvPr>
          <p:cNvSpPr/>
          <p:nvPr/>
        </p:nvSpPr>
        <p:spPr>
          <a:xfrm>
            <a:off x="1806896" y="3565449"/>
            <a:ext cx="2656184" cy="1235151"/>
          </a:xfrm>
          <a:prstGeom prst="rect">
            <a:avLst/>
          </a:prstGeom>
          <a:noFill/>
          <a:ln w="317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36BB8361-3CED-7727-A9F6-A68B4A6DEB14}"/>
              </a:ext>
            </a:extLst>
          </p:cNvPr>
          <p:cNvSpPr/>
          <p:nvPr/>
        </p:nvSpPr>
        <p:spPr>
          <a:xfrm>
            <a:off x="5273444" y="3478173"/>
            <a:ext cx="3278881" cy="1379687"/>
          </a:xfrm>
          <a:prstGeom prst="rect">
            <a:avLst/>
          </a:prstGeom>
          <a:noFill/>
          <a:ln w="317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922DCF41-1851-9CBF-8815-1C2324E1E70E}"/>
              </a:ext>
            </a:extLst>
          </p:cNvPr>
          <p:cNvSpPr/>
          <p:nvPr/>
        </p:nvSpPr>
        <p:spPr>
          <a:xfrm>
            <a:off x="7842573" y="8050257"/>
            <a:ext cx="4294998" cy="1240699"/>
          </a:xfrm>
          <a:prstGeom prst="rect">
            <a:avLst/>
          </a:prstGeom>
          <a:noFill/>
          <a:ln w="317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2D37E83B-DD07-4454-AD83-B008D1F297D1}"/>
              </a:ext>
            </a:extLst>
          </p:cNvPr>
          <p:cNvSpPr/>
          <p:nvPr/>
        </p:nvSpPr>
        <p:spPr>
          <a:xfrm>
            <a:off x="5812665" y="3605311"/>
            <a:ext cx="599022" cy="1144672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3F8991C9-35B1-09CA-5678-A61DB4F4859B}"/>
              </a:ext>
            </a:extLst>
          </p:cNvPr>
          <p:cNvSpPr/>
          <p:nvPr/>
        </p:nvSpPr>
        <p:spPr>
          <a:xfrm>
            <a:off x="6981531" y="3605311"/>
            <a:ext cx="1309841" cy="1144672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FF5DA980-B3D6-AF01-42DF-C256E4B5F0B7}"/>
              </a:ext>
            </a:extLst>
          </p:cNvPr>
          <p:cNvSpPr/>
          <p:nvPr/>
        </p:nvSpPr>
        <p:spPr>
          <a:xfrm>
            <a:off x="392400" y="6096680"/>
            <a:ext cx="2299410" cy="657906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C9F06E72-8604-3C20-9D4C-37498D6A3D5A}"/>
              </a:ext>
            </a:extLst>
          </p:cNvPr>
          <p:cNvSpPr/>
          <p:nvPr/>
        </p:nvSpPr>
        <p:spPr>
          <a:xfrm>
            <a:off x="371968" y="6981218"/>
            <a:ext cx="2319842" cy="610219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74" name="図形 16">
            <a:extLst>
              <a:ext uri="{FF2B5EF4-FFF2-40B4-BE49-F238E27FC236}">
                <a16:creationId xmlns:a16="http://schemas.microsoft.com/office/drawing/2014/main" id="{C83C119A-6101-47CD-E2B5-1A413CC91D9D}"/>
              </a:ext>
            </a:extLst>
          </p:cNvPr>
          <p:cNvCxnSpPr>
            <a:cxnSpLocks/>
            <a:stCxn id="69" idx="3"/>
            <a:endCxn id="67" idx="2"/>
          </p:cNvCxnSpPr>
          <p:nvPr/>
        </p:nvCxnSpPr>
        <p:spPr>
          <a:xfrm flipV="1">
            <a:off x="2691810" y="4749983"/>
            <a:ext cx="3420366" cy="1675650"/>
          </a:xfrm>
          <a:prstGeom prst="curvedConnector2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図形 90">
            <a:extLst>
              <a:ext uri="{FF2B5EF4-FFF2-40B4-BE49-F238E27FC236}">
                <a16:creationId xmlns:a16="http://schemas.microsoft.com/office/drawing/2014/main" id="{62ECB4C1-0B86-B6FA-9B89-B5BAC202D447}"/>
              </a:ext>
            </a:extLst>
          </p:cNvPr>
          <p:cNvCxnSpPr>
            <a:cxnSpLocks/>
            <a:stCxn id="70" idx="3"/>
            <a:endCxn id="68" idx="2"/>
          </p:cNvCxnSpPr>
          <p:nvPr/>
        </p:nvCxnSpPr>
        <p:spPr>
          <a:xfrm flipV="1">
            <a:off x="2691810" y="4749983"/>
            <a:ext cx="4944642" cy="2536345"/>
          </a:xfrm>
          <a:prstGeom prst="curvedConnector2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直線コネクタ 87">
            <a:extLst>
              <a:ext uri="{FF2B5EF4-FFF2-40B4-BE49-F238E27FC236}">
                <a16:creationId xmlns:a16="http://schemas.microsoft.com/office/drawing/2014/main" id="{0BFAE52C-69F9-7441-20FA-6A10EFFAAC88}"/>
              </a:ext>
            </a:extLst>
          </p:cNvPr>
          <p:cNvCxnSpPr>
            <a:cxnSpLocks/>
            <a:stCxn id="63" idx="3"/>
            <a:endCxn id="64" idx="1"/>
          </p:cNvCxnSpPr>
          <p:nvPr/>
        </p:nvCxnSpPr>
        <p:spPr>
          <a:xfrm flipV="1">
            <a:off x="4463080" y="4168017"/>
            <a:ext cx="810364" cy="15008"/>
          </a:xfrm>
          <a:prstGeom prst="straightConnector1">
            <a:avLst/>
          </a:prstGeom>
          <a:ln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直線コネクタ 87">
            <a:extLst>
              <a:ext uri="{FF2B5EF4-FFF2-40B4-BE49-F238E27FC236}">
                <a16:creationId xmlns:a16="http://schemas.microsoft.com/office/drawing/2014/main" id="{17DD43A7-8B43-DF7B-214C-15F5CB9C6161}"/>
              </a:ext>
            </a:extLst>
          </p:cNvPr>
          <p:cNvCxnSpPr>
            <a:cxnSpLocks/>
            <a:stCxn id="64" idx="3"/>
          </p:cNvCxnSpPr>
          <p:nvPr/>
        </p:nvCxnSpPr>
        <p:spPr>
          <a:xfrm>
            <a:off x="8552325" y="4168017"/>
            <a:ext cx="808858" cy="3822372"/>
          </a:xfrm>
          <a:prstGeom prst="bentConnector2">
            <a:avLst/>
          </a:prstGeom>
          <a:ln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正方形/長方形 117">
            <a:extLst>
              <a:ext uri="{FF2B5EF4-FFF2-40B4-BE49-F238E27FC236}">
                <a16:creationId xmlns:a16="http://schemas.microsoft.com/office/drawing/2014/main" id="{10137139-2FCF-4AD2-446E-D673A4051A67}"/>
              </a:ext>
            </a:extLst>
          </p:cNvPr>
          <p:cNvSpPr/>
          <p:nvPr/>
        </p:nvSpPr>
        <p:spPr>
          <a:xfrm>
            <a:off x="-13334" y="2396251"/>
            <a:ext cx="1026794" cy="37501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2240" b="1" dirty="0" err="1">
                <a:solidFill>
                  <a:schemeClr val="tx1"/>
                </a:solidFill>
              </a:rPr>
              <a:t>Enum</a:t>
            </a:r>
            <a:endParaRPr lang="ja-JP" altLang="en-US" sz="224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19" name="カギ線コネクタ 118">
            <a:extLst>
              <a:ext uri="{FF2B5EF4-FFF2-40B4-BE49-F238E27FC236}">
                <a16:creationId xmlns:a16="http://schemas.microsoft.com/office/drawing/2014/main" id="{366182C5-E170-52D6-4B9F-F482A3B50664}"/>
              </a:ext>
            </a:extLst>
          </p:cNvPr>
          <p:cNvCxnSpPr>
            <a:endCxn id="2" idx="0"/>
          </p:cNvCxnSpPr>
          <p:nvPr/>
        </p:nvCxnSpPr>
        <p:spPr>
          <a:xfrm flipH="1">
            <a:off x="2494361" y="1670703"/>
            <a:ext cx="1106096" cy="1087235"/>
          </a:xfrm>
          <a:prstGeom prst="straightConnector1">
            <a:avLst/>
          </a:prstGeom>
          <a:ln w="38100">
            <a:solidFill>
              <a:schemeClr val="tx1">
                <a:lumMod val="50000"/>
                <a:lumOff val="50000"/>
              </a:schemeClr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3" name="正方形/長方形 142">
            <a:extLst>
              <a:ext uri="{FF2B5EF4-FFF2-40B4-BE49-F238E27FC236}">
                <a16:creationId xmlns:a16="http://schemas.microsoft.com/office/drawing/2014/main" id="{51A16338-93C3-EF91-6544-EB78F43242FE}"/>
              </a:ext>
            </a:extLst>
          </p:cNvPr>
          <p:cNvSpPr/>
          <p:nvPr/>
        </p:nvSpPr>
        <p:spPr>
          <a:xfrm>
            <a:off x="1937657" y="3678604"/>
            <a:ext cx="623391" cy="1002254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44" name="正方形/長方形 143">
            <a:extLst>
              <a:ext uri="{FF2B5EF4-FFF2-40B4-BE49-F238E27FC236}">
                <a16:creationId xmlns:a16="http://schemas.microsoft.com/office/drawing/2014/main" id="{281B00B0-E22E-A029-A2B1-5A35AEAD2C49}"/>
              </a:ext>
            </a:extLst>
          </p:cNvPr>
          <p:cNvSpPr/>
          <p:nvPr/>
        </p:nvSpPr>
        <p:spPr>
          <a:xfrm>
            <a:off x="2691809" y="3686412"/>
            <a:ext cx="1642077" cy="994445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49" name="正方形/長方形 148">
            <a:extLst>
              <a:ext uri="{FF2B5EF4-FFF2-40B4-BE49-F238E27FC236}">
                <a16:creationId xmlns:a16="http://schemas.microsoft.com/office/drawing/2014/main" id="{8E7EA900-6A54-6DA7-02CA-11F2A491AB1D}"/>
              </a:ext>
            </a:extLst>
          </p:cNvPr>
          <p:cNvSpPr/>
          <p:nvPr/>
        </p:nvSpPr>
        <p:spPr>
          <a:xfrm>
            <a:off x="8088086" y="8316686"/>
            <a:ext cx="1670957" cy="783615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51" name="正方形/長方形 150">
            <a:extLst>
              <a:ext uri="{FF2B5EF4-FFF2-40B4-BE49-F238E27FC236}">
                <a16:creationId xmlns:a16="http://schemas.microsoft.com/office/drawing/2014/main" id="{5BE5CC8F-7558-E95D-F525-3F9B2E2AB1AB}"/>
              </a:ext>
            </a:extLst>
          </p:cNvPr>
          <p:cNvSpPr/>
          <p:nvPr/>
        </p:nvSpPr>
        <p:spPr>
          <a:xfrm>
            <a:off x="9814520" y="8316686"/>
            <a:ext cx="1778766" cy="783612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152" name="カギ線コネクタ 151">
            <a:extLst>
              <a:ext uri="{FF2B5EF4-FFF2-40B4-BE49-F238E27FC236}">
                <a16:creationId xmlns:a16="http://schemas.microsoft.com/office/drawing/2014/main" id="{1E69F666-1FA9-F776-4935-6B9993AD68C6}"/>
              </a:ext>
            </a:extLst>
          </p:cNvPr>
          <p:cNvCxnSpPr>
            <a:cxnSpLocks/>
          </p:cNvCxnSpPr>
          <p:nvPr/>
        </p:nvCxnSpPr>
        <p:spPr>
          <a:xfrm>
            <a:off x="2982686" y="974271"/>
            <a:ext cx="4859887" cy="1751529"/>
          </a:xfrm>
          <a:prstGeom prst="bentConnector3">
            <a:avLst>
              <a:gd name="adj1" fmla="val 100062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D21C157-12E6-BF11-5D95-D71555B1860C}"/>
              </a:ext>
            </a:extLst>
          </p:cNvPr>
          <p:cNvSpPr/>
          <p:nvPr/>
        </p:nvSpPr>
        <p:spPr>
          <a:xfrm>
            <a:off x="9580166" y="3848522"/>
            <a:ext cx="4652905" cy="16159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&lt;select </a:t>
            </a:r>
            <a:r>
              <a:rPr lang="en-US" altLang="ja-JP" sz="1680" b="1" dirty="0" err="1">
                <a:solidFill>
                  <a:schemeClr val="tx1"/>
                </a:solidFill>
              </a:rPr>
              <a:t>th:field</a:t>
            </a:r>
            <a:r>
              <a:rPr lang="en-US" altLang="ja-JP" sz="1680" b="1" dirty="0">
                <a:solidFill>
                  <a:schemeClr val="tx1"/>
                </a:solidFill>
              </a:rPr>
              <a:t>=“*{</a:t>
            </a:r>
            <a:r>
              <a:rPr lang="en-US" altLang="ja-JP" sz="1680" b="1" dirty="0" err="1">
                <a:solidFill>
                  <a:schemeClr val="tx1"/>
                </a:solidFill>
              </a:rPr>
              <a:t>orderStatus</a:t>
            </a:r>
            <a:r>
              <a:rPr lang="en-US" altLang="ja-JP" sz="1680" b="1" dirty="0">
                <a:solidFill>
                  <a:schemeClr val="tx1"/>
                </a:solidFill>
              </a:rPr>
              <a:t>}"&gt;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&lt;option </a:t>
            </a:r>
            <a:r>
              <a:rPr lang="en-US" altLang="ja-JP" sz="1680" b="1" dirty="0" err="1">
                <a:solidFill>
                  <a:schemeClr val="tx1"/>
                </a:solidFill>
              </a:rPr>
              <a:t>th:each</a:t>
            </a:r>
            <a:r>
              <a:rPr lang="en-US" altLang="ja-JP" sz="1680" b="1" dirty="0">
                <a:solidFill>
                  <a:schemeClr val="tx1"/>
                </a:solidFill>
              </a:rPr>
              <a:t>=“order  :  ${</a:t>
            </a:r>
            <a:r>
              <a:rPr lang="en-US" altLang="ja-JP" sz="1680" b="1" dirty="0">
                <a:solidFill>
                  <a:srgbClr val="0070C0"/>
                </a:solidFill>
              </a:rPr>
              <a:t>CL_ORDERSTATUS</a:t>
            </a:r>
            <a:r>
              <a:rPr lang="en-US" altLang="ja-JP" sz="1680" b="1" dirty="0">
                <a:solidFill>
                  <a:schemeClr val="tx1"/>
                </a:solidFill>
              </a:rPr>
              <a:t>}“</a:t>
            </a:r>
          </a:p>
          <a:p>
            <a:r>
              <a:rPr lang="en-US" altLang="ja-JP" sz="1680" b="1" dirty="0">
                <a:solidFill>
                  <a:srgbClr val="0070C0"/>
                </a:solidFill>
              </a:rPr>
              <a:t>     </a:t>
            </a:r>
            <a:r>
              <a:rPr lang="en-US" altLang="ja-JP" sz="1680" b="1" dirty="0">
                <a:solidFill>
                  <a:schemeClr val="tx1"/>
                </a:solidFill>
              </a:rPr>
              <a:t> </a:t>
            </a:r>
            <a:r>
              <a:rPr lang="en-US" altLang="ja-JP" sz="1680" b="1" dirty="0" err="1">
                <a:solidFill>
                  <a:schemeClr val="tx1"/>
                </a:solidFill>
              </a:rPr>
              <a:t>th:value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order.key</a:t>
            </a:r>
            <a:r>
              <a:rPr lang="en-US" altLang="ja-JP" sz="1680" b="1" dirty="0">
                <a:solidFill>
                  <a:schemeClr val="tx1"/>
                </a:solidFill>
              </a:rPr>
              <a:t>}“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  </a:t>
            </a:r>
            <a:r>
              <a:rPr lang="en-US" altLang="ja-JP" sz="1680" b="1" dirty="0" err="1">
                <a:solidFill>
                  <a:schemeClr val="tx1"/>
                </a:solidFill>
              </a:rPr>
              <a:t>th:text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order.value</a:t>
            </a:r>
            <a:r>
              <a:rPr lang="en-US" altLang="ja-JP" sz="1680" b="1" dirty="0">
                <a:solidFill>
                  <a:schemeClr val="tx1"/>
                </a:solidFill>
              </a:rPr>
              <a:t>}“ /&gt;Order Status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&lt;/option&gt;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&lt;/select&gt;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0E4D4C0-086E-DF22-0A10-344D0365AA75}"/>
              </a:ext>
            </a:extLst>
          </p:cNvPr>
          <p:cNvSpPr/>
          <p:nvPr/>
        </p:nvSpPr>
        <p:spPr>
          <a:xfrm>
            <a:off x="9530514" y="3479167"/>
            <a:ext cx="3759480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2240" b="1" dirty="0" err="1">
                <a:solidFill>
                  <a:schemeClr val="tx1"/>
                </a:solidFill>
              </a:rPr>
              <a:t>Thymeleaf</a:t>
            </a:r>
            <a:endParaRPr lang="ja-JP" altLang="en-US" sz="224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8" name="カギ線コネクタ 46">
            <a:extLst>
              <a:ext uri="{FF2B5EF4-FFF2-40B4-BE49-F238E27FC236}">
                <a16:creationId xmlns:a16="http://schemas.microsoft.com/office/drawing/2014/main" id="{FE6D4EC1-3AA6-D30D-D68C-95A2AD895378}"/>
              </a:ext>
            </a:extLst>
          </p:cNvPr>
          <p:cNvCxnSpPr>
            <a:cxnSpLocks/>
          </p:cNvCxnSpPr>
          <p:nvPr/>
        </p:nvCxnSpPr>
        <p:spPr>
          <a:xfrm>
            <a:off x="8646710" y="2902737"/>
            <a:ext cx="4643283" cy="1233990"/>
          </a:xfrm>
          <a:prstGeom prst="bentConnector3">
            <a:avLst>
              <a:gd name="adj1" fmla="val 100053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10241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屈折矢印 30">
            <a:extLst>
              <a:ext uri="{FF2B5EF4-FFF2-40B4-BE49-F238E27FC236}">
                <a16:creationId xmlns:a16="http://schemas.microsoft.com/office/drawing/2014/main" id="{0FF31F34-C9EE-E411-E882-20BB9D22092C}"/>
              </a:ext>
            </a:extLst>
          </p:cNvPr>
          <p:cNvSpPr/>
          <p:nvPr/>
        </p:nvSpPr>
        <p:spPr>
          <a:xfrm rot="16200000" flipH="1">
            <a:off x="7879412" y="4970288"/>
            <a:ext cx="2907331" cy="2651234"/>
          </a:xfrm>
          <a:prstGeom prst="bentUpArrow">
            <a:avLst>
              <a:gd name="adj1" fmla="val 14177"/>
              <a:gd name="adj2" fmla="val 14568"/>
              <a:gd name="adj3" fmla="val 14866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5445473"/>
              </p:ext>
            </p:extLst>
          </p:nvPr>
        </p:nvGraphicFramePr>
        <p:xfrm>
          <a:off x="1497261" y="3360039"/>
          <a:ext cx="3587119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7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value(key)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label(value)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01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STAFF_MANAGEMENT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02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MASTER_MANAGEMENT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03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STOCK_MANAGEMENT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04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ORDER_MANAGEMENT</a:t>
                      </a:r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05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SHOW_SHOPPING_CENTER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正方形/長方形 5"/>
          <p:cNvSpPr/>
          <p:nvPr/>
        </p:nvSpPr>
        <p:spPr>
          <a:xfrm>
            <a:off x="1457256" y="3109116"/>
            <a:ext cx="38538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80" b="1" dirty="0">
                <a:solidFill>
                  <a:schemeClr val="tx1"/>
                </a:solidFill>
              </a:rPr>
              <a:t>Map&lt;String,String&gt; </a:t>
            </a:r>
            <a:r>
              <a:rPr lang="en-US" sz="1680" b="1" dirty="0">
                <a:solidFill>
                  <a:srgbClr val="0070C0"/>
                </a:solidFill>
              </a:rPr>
              <a:t>CL_AUTHORITIES</a:t>
            </a:r>
            <a:endParaRPr lang="ja-JP" altLang="en-US" sz="1680" b="1" dirty="0">
              <a:solidFill>
                <a:srgbClr val="0070C0"/>
              </a:solidFill>
            </a:endParaRPr>
          </a:p>
        </p:txBody>
      </p:sp>
      <p:sp>
        <p:nvSpPr>
          <p:cNvPr id="10" name="正方形/長方形 9"/>
          <p:cNvSpPr/>
          <p:nvPr/>
        </p:nvSpPr>
        <p:spPr>
          <a:xfrm>
            <a:off x="543809" y="6758464"/>
            <a:ext cx="7442043" cy="2397724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b="1" dirty="0">
                <a:solidFill>
                  <a:schemeClr val="tx1"/>
                </a:solidFill>
              </a:rPr>
              <a:t>&lt;span&gt;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&lt;input id="authorities1" name="authorities" type="checkbox" value="01"/&gt;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&lt;label for="authorities1"&gt;STAFF_MANAGEMENT&lt;/label&gt;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&lt;/span&gt;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…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&lt;span&gt;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&lt;input id="authorities5" name="authorities" type="checkbox" value="05"/&gt;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&lt;label for="authorities5"&gt;SHOW_SHOPPING_CENTER&lt;/label&gt;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&lt;/span&gt;</a:t>
            </a:r>
          </a:p>
        </p:txBody>
      </p:sp>
      <p:sp>
        <p:nvSpPr>
          <p:cNvPr id="12" name="正方形/長方形 11"/>
          <p:cNvSpPr/>
          <p:nvPr/>
        </p:nvSpPr>
        <p:spPr>
          <a:xfrm>
            <a:off x="522205" y="6498437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html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正方形/長方形 12"/>
          <p:cNvSpPr/>
          <p:nvPr/>
        </p:nvSpPr>
        <p:spPr>
          <a:xfrm>
            <a:off x="1910659" y="3637188"/>
            <a:ext cx="893439" cy="1538856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6" name="正方形/長方形 15"/>
          <p:cNvSpPr/>
          <p:nvPr/>
        </p:nvSpPr>
        <p:spPr>
          <a:xfrm>
            <a:off x="3238809" y="3637188"/>
            <a:ext cx="1725550" cy="1538856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7" name="正方形/長方形 16"/>
          <p:cNvSpPr/>
          <p:nvPr/>
        </p:nvSpPr>
        <p:spPr>
          <a:xfrm>
            <a:off x="688271" y="7061704"/>
            <a:ext cx="6840245" cy="262129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8" name="正方形/長方形 17"/>
          <p:cNvSpPr/>
          <p:nvPr/>
        </p:nvSpPr>
        <p:spPr>
          <a:xfrm>
            <a:off x="688272" y="7339543"/>
            <a:ext cx="5510919" cy="241885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19" name="直線コネクタ 18"/>
          <p:cNvCxnSpPr/>
          <p:nvPr/>
        </p:nvCxnSpPr>
        <p:spPr>
          <a:xfrm rot="10800000">
            <a:off x="194866" y="4610553"/>
            <a:ext cx="1715778" cy="2223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正方形/長方形 19"/>
          <p:cNvSpPr/>
          <p:nvPr/>
        </p:nvSpPr>
        <p:spPr>
          <a:xfrm>
            <a:off x="8480370" y="5507967"/>
            <a:ext cx="4665377" cy="47317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&lt;form:checkboxes items="${</a:t>
            </a:r>
            <a:r>
              <a:rPr lang="en-US" altLang="ja-JP" sz="1680" b="1" dirty="0">
                <a:solidFill>
                  <a:srgbClr val="0070C0"/>
                </a:solidFill>
              </a:rPr>
              <a:t>CL_AUTHORITIES</a:t>
            </a:r>
            <a:r>
              <a:rPr lang="en-US" altLang="ja-JP" sz="1680" b="1" dirty="0">
                <a:solidFill>
                  <a:schemeClr val="tx1"/>
                </a:solidFill>
              </a:rPr>
              <a:t>}"/&gt;</a:t>
            </a:r>
            <a:endParaRPr lang="ja-JP" altLang="en-US" sz="1680" b="1" dirty="0">
              <a:solidFill>
                <a:schemeClr val="tx1"/>
              </a:solidFill>
            </a:endParaRPr>
          </a:p>
        </p:txBody>
      </p:sp>
      <p:cxnSp>
        <p:nvCxnSpPr>
          <p:cNvPr id="21" name="直線矢印コネクタ 20"/>
          <p:cNvCxnSpPr>
            <a:cxnSpLocks/>
            <a:endCxn id="66" idx="1"/>
          </p:cNvCxnSpPr>
          <p:nvPr/>
        </p:nvCxnSpPr>
        <p:spPr>
          <a:xfrm>
            <a:off x="194866" y="8477758"/>
            <a:ext cx="493403" cy="2596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/>
          <p:cNvCxnSpPr>
            <a:cxnSpLocks/>
          </p:cNvCxnSpPr>
          <p:nvPr/>
        </p:nvCxnSpPr>
        <p:spPr>
          <a:xfrm flipH="1">
            <a:off x="194866" y="4603881"/>
            <a:ext cx="3" cy="3873877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/>
          <p:cNvCxnSpPr>
            <a:cxnSpLocks/>
          </p:cNvCxnSpPr>
          <p:nvPr/>
        </p:nvCxnSpPr>
        <p:spPr>
          <a:xfrm>
            <a:off x="6581039" y="1859748"/>
            <a:ext cx="11801" cy="2197763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/>
          <p:cNvCxnSpPr/>
          <p:nvPr/>
        </p:nvCxnSpPr>
        <p:spPr>
          <a:xfrm rot="10800000" flipV="1">
            <a:off x="4964369" y="4057507"/>
            <a:ext cx="1628463" cy="2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/>
          <p:cNvCxnSpPr/>
          <p:nvPr/>
        </p:nvCxnSpPr>
        <p:spPr>
          <a:xfrm rot="10800000">
            <a:off x="4964368" y="4702875"/>
            <a:ext cx="2717023" cy="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/>
          <p:cNvCxnSpPr>
            <a:cxnSpLocks/>
          </p:cNvCxnSpPr>
          <p:nvPr/>
        </p:nvCxnSpPr>
        <p:spPr>
          <a:xfrm>
            <a:off x="7681393" y="4702879"/>
            <a:ext cx="12389" cy="4043669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/>
          <p:cNvCxnSpPr>
            <a:endCxn id="65" idx="3"/>
          </p:cNvCxnSpPr>
          <p:nvPr/>
        </p:nvCxnSpPr>
        <p:spPr>
          <a:xfrm rot="10800000">
            <a:off x="6199179" y="8746547"/>
            <a:ext cx="1494588" cy="2223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カギ線コネクタ 28"/>
          <p:cNvCxnSpPr>
            <a:cxnSpLocks/>
            <a:endCxn id="20" idx="1"/>
          </p:cNvCxnSpPr>
          <p:nvPr/>
        </p:nvCxnSpPr>
        <p:spPr>
          <a:xfrm>
            <a:off x="5084381" y="3236921"/>
            <a:ext cx="3395989" cy="2507634"/>
          </a:xfrm>
          <a:prstGeom prst="bentConnector3">
            <a:avLst>
              <a:gd name="adj1" fmla="val 55161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正方形/長方形 29"/>
          <p:cNvSpPr/>
          <p:nvPr/>
        </p:nvSpPr>
        <p:spPr>
          <a:xfrm>
            <a:off x="8398129" y="5188482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JSP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2" name="右矢印 31"/>
          <p:cNvSpPr/>
          <p:nvPr/>
        </p:nvSpPr>
        <p:spPr>
          <a:xfrm>
            <a:off x="7985853" y="8390336"/>
            <a:ext cx="2620585" cy="586736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33" name="正方形/長方形 32"/>
          <p:cNvSpPr/>
          <p:nvPr/>
        </p:nvSpPr>
        <p:spPr>
          <a:xfrm>
            <a:off x="10606435" y="8076699"/>
            <a:ext cx="2082927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Browser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35" name="直線矢印コネクタ 34"/>
          <p:cNvCxnSpPr/>
          <p:nvPr/>
        </p:nvCxnSpPr>
        <p:spPr>
          <a:xfrm>
            <a:off x="9058208" y="1803365"/>
            <a:ext cx="218911" cy="2223"/>
          </a:xfrm>
          <a:prstGeom prst="straightConnector1">
            <a:avLst/>
          </a:prstGeom>
          <a:ln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/>
          <p:cNvCxnSpPr>
            <a:cxnSpLocks/>
          </p:cNvCxnSpPr>
          <p:nvPr/>
        </p:nvCxnSpPr>
        <p:spPr>
          <a:xfrm flipH="1">
            <a:off x="9058203" y="1242580"/>
            <a:ext cx="5" cy="562998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0" name="表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573881"/>
              </p:ext>
            </p:extLst>
          </p:nvPr>
        </p:nvGraphicFramePr>
        <p:xfrm>
          <a:off x="9279353" y="561821"/>
          <a:ext cx="3174798" cy="180602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1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48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10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authorty_id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autority_name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0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01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STAFF_MANAGEMENT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0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02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MASTER_MANAGEMENT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0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03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STOCK_MANAGEMENT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0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04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ORDER_MANAGEMENT</a:t>
                      </a:r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0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05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SHOW_SHOPPING_CENTER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1" name="正方形/長方形 40"/>
          <p:cNvSpPr/>
          <p:nvPr/>
        </p:nvSpPr>
        <p:spPr>
          <a:xfrm>
            <a:off x="9279354" y="322898"/>
            <a:ext cx="3174799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autority table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1" name="正方形/長方形 50"/>
          <p:cNvSpPr/>
          <p:nvPr/>
        </p:nvSpPr>
        <p:spPr>
          <a:xfrm>
            <a:off x="9586060" y="831857"/>
            <a:ext cx="605627" cy="1538856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52" name="正方形/長方形 51"/>
          <p:cNvSpPr/>
          <p:nvPr/>
        </p:nvSpPr>
        <p:spPr>
          <a:xfrm>
            <a:off x="10479493" y="831852"/>
            <a:ext cx="1912460" cy="1538858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7" name="直線コネクタ 6"/>
          <p:cNvCxnSpPr>
            <a:cxnSpLocks/>
          </p:cNvCxnSpPr>
          <p:nvPr/>
        </p:nvCxnSpPr>
        <p:spPr>
          <a:xfrm flipH="1" flipV="1">
            <a:off x="9159556" y="1589979"/>
            <a:ext cx="426508" cy="1144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正方形/長方形 64"/>
          <p:cNvSpPr/>
          <p:nvPr/>
        </p:nvSpPr>
        <p:spPr>
          <a:xfrm>
            <a:off x="688267" y="8625602"/>
            <a:ext cx="5510921" cy="241885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6" name="正方形/長方形 65"/>
          <p:cNvSpPr/>
          <p:nvPr/>
        </p:nvSpPr>
        <p:spPr>
          <a:xfrm>
            <a:off x="688269" y="8359411"/>
            <a:ext cx="6840248" cy="241885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71" name="直線矢印コネクタ 70"/>
          <p:cNvCxnSpPr>
            <a:cxnSpLocks/>
            <a:endCxn id="17" idx="1"/>
          </p:cNvCxnSpPr>
          <p:nvPr/>
        </p:nvCxnSpPr>
        <p:spPr>
          <a:xfrm>
            <a:off x="194872" y="7192769"/>
            <a:ext cx="493399" cy="0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658687" y="8455528"/>
            <a:ext cx="2082927" cy="11959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85" name="直線矢印コネクタ 84"/>
          <p:cNvCxnSpPr>
            <a:endCxn id="18" idx="3"/>
          </p:cNvCxnSpPr>
          <p:nvPr/>
        </p:nvCxnSpPr>
        <p:spPr>
          <a:xfrm rot="10800000">
            <a:off x="6199185" y="7460485"/>
            <a:ext cx="1482201" cy="2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116063B-6E57-7051-B1AF-CE666C8B3B0F}"/>
              </a:ext>
            </a:extLst>
          </p:cNvPr>
          <p:cNvSpPr/>
          <p:nvPr/>
        </p:nvSpPr>
        <p:spPr>
          <a:xfrm>
            <a:off x="8398129" y="2959791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 err="1">
                <a:solidFill>
                  <a:schemeClr val="tx1"/>
                </a:solidFill>
              </a:rPr>
              <a:t>Thymeleaf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8312664-B427-A270-88B7-F1EBFADFB100}"/>
              </a:ext>
            </a:extLst>
          </p:cNvPr>
          <p:cNvSpPr/>
          <p:nvPr/>
        </p:nvSpPr>
        <p:spPr>
          <a:xfrm>
            <a:off x="8398121" y="3330268"/>
            <a:ext cx="4747626" cy="14908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&lt;span </a:t>
            </a:r>
            <a:r>
              <a:rPr lang="en-US" altLang="ja-JP" sz="1680" b="1" dirty="0" err="1">
                <a:solidFill>
                  <a:schemeClr val="tx1"/>
                </a:solidFill>
              </a:rPr>
              <a:t>th:each</a:t>
            </a:r>
            <a:r>
              <a:rPr lang="en-US" altLang="ja-JP" sz="1680" b="1" dirty="0">
                <a:solidFill>
                  <a:schemeClr val="tx1"/>
                </a:solidFill>
              </a:rPr>
              <a:t>=" authority : ${</a:t>
            </a:r>
            <a:r>
              <a:rPr lang="en-US" altLang="ja-JP" sz="1680" b="1" dirty="0">
                <a:solidFill>
                  <a:srgbClr val="0070C0"/>
                </a:solidFill>
              </a:rPr>
              <a:t>CL_AUTHORITIES</a:t>
            </a:r>
            <a:r>
              <a:rPr lang="en-US" altLang="ja-JP" sz="1680" b="1" dirty="0">
                <a:solidFill>
                  <a:schemeClr val="tx1"/>
                </a:solidFill>
              </a:rPr>
              <a:t>}"&gt;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&lt;input type="checkbox" </a:t>
            </a:r>
            <a:r>
              <a:rPr lang="en-US" altLang="ja-JP" sz="1680" b="1" dirty="0" err="1">
                <a:solidFill>
                  <a:schemeClr val="tx1"/>
                </a:solidFill>
              </a:rPr>
              <a:t>th:field</a:t>
            </a:r>
            <a:r>
              <a:rPr lang="en-US" altLang="ja-JP" sz="1680" b="1" dirty="0">
                <a:solidFill>
                  <a:schemeClr val="tx1"/>
                </a:solidFill>
              </a:rPr>
              <a:t>="*{authorities}" </a:t>
            </a:r>
            <a:r>
              <a:rPr lang="en-US" altLang="ja-JP" sz="1680" b="1" dirty="0" err="1">
                <a:solidFill>
                  <a:schemeClr val="tx1"/>
                </a:solidFill>
              </a:rPr>
              <a:t>th:value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authority.key</a:t>
            </a:r>
            <a:r>
              <a:rPr lang="en-US" altLang="ja-JP" sz="1680" b="1" dirty="0">
                <a:solidFill>
                  <a:schemeClr val="tx1"/>
                </a:solidFill>
              </a:rPr>
              <a:t>}" /&gt;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&lt;label </a:t>
            </a:r>
            <a:r>
              <a:rPr lang="en-US" altLang="ja-JP" sz="1680" b="1" dirty="0" err="1">
                <a:solidFill>
                  <a:schemeClr val="tx1"/>
                </a:solidFill>
              </a:rPr>
              <a:t>th:for</a:t>
            </a:r>
            <a:r>
              <a:rPr lang="en-US" altLang="ja-JP" sz="1680" b="1" dirty="0">
                <a:solidFill>
                  <a:schemeClr val="tx1"/>
                </a:solidFill>
              </a:rPr>
              <a:t>="${#</a:t>
            </a:r>
            <a:r>
              <a:rPr lang="en-US" altLang="ja-JP" sz="1680" b="1" dirty="0" err="1">
                <a:solidFill>
                  <a:schemeClr val="tx1"/>
                </a:solidFill>
              </a:rPr>
              <a:t>ids.prev</a:t>
            </a:r>
            <a:r>
              <a:rPr lang="en-US" altLang="ja-JP" sz="1680" b="1" dirty="0">
                <a:solidFill>
                  <a:schemeClr val="tx1"/>
                </a:solidFill>
              </a:rPr>
              <a:t>('authorities')}" </a:t>
            </a:r>
            <a:r>
              <a:rPr lang="en-US" altLang="ja-JP" sz="1680" b="1" dirty="0" err="1">
                <a:solidFill>
                  <a:schemeClr val="tx1"/>
                </a:solidFill>
              </a:rPr>
              <a:t>th:text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authority.value</a:t>
            </a:r>
            <a:r>
              <a:rPr lang="en-US" altLang="ja-JP" sz="1680" b="1" dirty="0">
                <a:solidFill>
                  <a:schemeClr val="tx1"/>
                </a:solidFill>
              </a:rPr>
              <a:t>}"&gt;dummy label&lt;/label&gt;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&lt;/span&gt;</a:t>
            </a:r>
            <a:endParaRPr lang="ja-JP" altLang="en-US" sz="1680" b="1" dirty="0">
              <a:solidFill>
                <a:schemeClr val="tx1"/>
              </a:solidFill>
            </a:endParaRPr>
          </a:p>
        </p:txBody>
      </p:sp>
      <p:cxnSp>
        <p:nvCxnSpPr>
          <p:cNvPr id="46" name="カギ線コネクタ 28">
            <a:extLst>
              <a:ext uri="{FF2B5EF4-FFF2-40B4-BE49-F238E27FC236}">
                <a16:creationId xmlns:a16="http://schemas.microsoft.com/office/drawing/2014/main" id="{A91B9914-75B3-D6C3-F948-28E965EA0F1A}"/>
              </a:ext>
            </a:extLst>
          </p:cNvPr>
          <p:cNvCxnSpPr>
            <a:cxnSpLocks/>
            <a:endCxn id="13" idx="0"/>
          </p:cNvCxnSpPr>
          <p:nvPr/>
        </p:nvCxnSpPr>
        <p:spPr>
          <a:xfrm rot="10800000" flipV="1">
            <a:off x="2357376" y="2277368"/>
            <a:ext cx="7228687" cy="1359822"/>
          </a:xfrm>
          <a:prstGeom prst="bentConnector2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カギ線コネクタ 28">
            <a:extLst>
              <a:ext uri="{FF2B5EF4-FFF2-40B4-BE49-F238E27FC236}">
                <a16:creationId xmlns:a16="http://schemas.microsoft.com/office/drawing/2014/main" id="{B7B3B9BC-E252-A52F-FA49-4D823FA02A5C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5506339" y="3236914"/>
            <a:ext cx="2891782" cy="838764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屈折矢印 30"/>
          <p:cNvSpPr/>
          <p:nvPr/>
        </p:nvSpPr>
        <p:spPr>
          <a:xfrm rot="16200000" flipH="1">
            <a:off x="8339981" y="5679341"/>
            <a:ext cx="1496335" cy="2161380"/>
          </a:xfrm>
          <a:prstGeom prst="bentUpArrow">
            <a:avLst>
              <a:gd name="adj1" fmla="val 22888"/>
              <a:gd name="adj2" fmla="val 25000"/>
              <a:gd name="adj3" fmla="val 2500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429DB78-224C-5FBF-A768-33F00A40ECA7}"/>
              </a:ext>
            </a:extLst>
          </p:cNvPr>
          <p:cNvSpPr/>
          <p:nvPr/>
        </p:nvSpPr>
        <p:spPr>
          <a:xfrm>
            <a:off x="390849" y="-1373668"/>
            <a:ext cx="8441586" cy="3894521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b="1" dirty="0">
                <a:solidFill>
                  <a:schemeClr val="tx1"/>
                </a:solidFill>
              </a:rPr>
              <a:t> private </a:t>
            </a:r>
            <a:r>
              <a:rPr lang="en-US" sz="1680" b="1" dirty="0" err="1">
                <a:solidFill>
                  <a:schemeClr val="tx1"/>
                </a:solidFill>
              </a:rPr>
              <a:t>JdbcCodeList</a:t>
            </a:r>
            <a:r>
              <a:rPr lang="en-US" sz="1680" b="1" dirty="0">
                <a:solidFill>
                  <a:schemeClr val="tx1"/>
                </a:solidFill>
              </a:rPr>
              <a:t> </a:t>
            </a:r>
            <a:r>
              <a:rPr lang="en-US" sz="1680" b="1" dirty="0" err="1">
                <a:solidFill>
                  <a:schemeClr val="tx1"/>
                </a:solidFill>
              </a:rPr>
              <a:t>abstractJdbcCodeList</a:t>
            </a:r>
            <a:r>
              <a:rPr lang="en-US" sz="1680" b="1" dirty="0">
                <a:solidFill>
                  <a:schemeClr val="tx1"/>
                </a:solidFill>
              </a:rPr>
              <a:t>() {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</a:t>
            </a:r>
            <a:r>
              <a:rPr lang="en-US" sz="1680" b="1" dirty="0" err="1">
                <a:solidFill>
                  <a:schemeClr val="tx1"/>
                </a:solidFill>
              </a:rPr>
              <a:t>JdbcCodeList</a:t>
            </a:r>
            <a:r>
              <a:rPr lang="en-US" sz="1680" b="1" dirty="0">
                <a:solidFill>
                  <a:schemeClr val="tx1"/>
                </a:solidFill>
              </a:rPr>
              <a:t> bean = new </a:t>
            </a:r>
            <a:r>
              <a:rPr lang="en-US" sz="1680" b="1" dirty="0" err="1">
                <a:solidFill>
                  <a:schemeClr val="tx1"/>
                </a:solidFill>
              </a:rPr>
              <a:t>JdbcCodeList</a:t>
            </a:r>
            <a:r>
              <a:rPr lang="en-US" sz="1680" b="1" dirty="0">
                <a:solidFill>
                  <a:schemeClr val="tx1"/>
                </a:solidFill>
              </a:rPr>
              <a:t>();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</a:t>
            </a:r>
            <a:r>
              <a:rPr lang="en-US" sz="1680" b="1" dirty="0" err="1">
                <a:solidFill>
                  <a:schemeClr val="tx1"/>
                </a:solidFill>
              </a:rPr>
              <a:t>bean.setJdbcTemplate</a:t>
            </a:r>
            <a:r>
              <a:rPr lang="en-US" sz="1680" b="1" dirty="0">
                <a:solidFill>
                  <a:schemeClr val="tx1"/>
                </a:solidFill>
              </a:rPr>
              <a:t>(</a:t>
            </a:r>
            <a:r>
              <a:rPr lang="en-US" sz="1680" b="1" dirty="0" err="1">
                <a:solidFill>
                  <a:schemeClr val="tx1"/>
                </a:solidFill>
              </a:rPr>
              <a:t>jdbcTemplateForCodeList</a:t>
            </a:r>
            <a:r>
              <a:rPr lang="en-US" sz="1680" b="1" dirty="0">
                <a:solidFill>
                  <a:schemeClr val="tx1"/>
                </a:solidFill>
              </a:rPr>
              <a:t>());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return bean;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}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@DependsOn(value = "</a:t>
            </a:r>
            <a:r>
              <a:rPr lang="en-US" sz="1680" b="1" dirty="0" err="1">
                <a:solidFill>
                  <a:schemeClr val="tx1"/>
                </a:solidFill>
              </a:rPr>
              <a:t>dataSourceInitializer</a:t>
            </a:r>
            <a:r>
              <a:rPr lang="en-US" sz="1680" b="1" dirty="0">
                <a:solidFill>
                  <a:schemeClr val="tx1"/>
                </a:solidFill>
              </a:rPr>
              <a:t>")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@Bean("</a:t>
            </a:r>
            <a:r>
              <a:rPr lang="en-US" sz="1680" b="1" dirty="0">
                <a:solidFill>
                  <a:srgbClr val="0070C0"/>
                </a:solidFill>
              </a:rPr>
              <a:t>CL_AUTHORITIES</a:t>
            </a:r>
            <a:r>
              <a:rPr lang="en-US" sz="1680" b="1" dirty="0">
                <a:solidFill>
                  <a:schemeClr val="tx1"/>
                </a:solidFill>
              </a:rPr>
              <a:t>")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public </a:t>
            </a:r>
            <a:r>
              <a:rPr lang="en-US" sz="1680" b="1" dirty="0" err="1">
                <a:solidFill>
                  <a:schemeClr val="tx1"/>
                </a:solidFill>
              </a:rPr>
              <a:t>JdbcCodeList</a:t>
            </a:r>
            <a:r>
              <a:rPr lang="en-US" sz="1680" b="1" dirty="0">
                <a:solidFill>
                  <a:schemeClr val="tx1"/>
                </a:solidFill>
              </a:rPr>
              <a:t> </a:t>
            </a:r>
            <a:r>
              <a:rPr lang="en-US" sz="1680" b="1" dirty="0" err="1">
                <a:solidFill>
                  <a:schemeClr val="tx1"/>
                </a:solidFill>
              </a:rPr>
              <a:t>cLAuthorities</a:t>
            </a:r>
            <a:r>
              <a:rPr lang="en-US" sz="1680" b="1" dirty="0">
                <a:solidFill>
                  <a:schemeClr val="tx1"/>
                </a:solidFill>
              </a:rPr>
              <a:t>() {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</a:t>
            </a:r>
            <a:r>
              <a:rPr lang="en-US" sz="1680" b="1" dirty="0" err="1">
                <a:solidFill>
                  <a:schemeClr val="tx1"/>
                </a:solidFill>
              </a:rPr>
              <a:t>JdbcCodeList</a:t>
            </a:r>
            <a:r>
              <a:rPr lang="en-US" sz="1680" b="1" dirty="0">
                <a:solidFill>
                  <a:schemeClr val="tx1"/>
                </a:solidFill>
              </a:rPr>
              <a:t> </a:t>
            </a:r>
            <a:r>
              <a:rPr lang="en-US" sz="1680" b="1" dirty="0" err="1">
                <a:solidFill>
                  <a:schemeClr val="tx1"/>
                </a:solidFill>
              </a:rPr>
              <a:t>jdbcCodeList</a:t>
            </a:r>
            <a:r>
              <a:rPr lang="en-US" sz="1680" b="1" dirty="0">
                <a:solidFill>
                  <a:schemeClr val="tx1"/>
                </a:solidFill>
              </a:rPr>
              <a:t> = </a:t>
            </a:r>
            <a:r>
              <a:rPr lang="en-US" sz="1680" b="1" dirty="0" err="1">
                <a:solidFill>
                  <a:schemeClr val="tx1"/>
                </a:solidFill>
              </a:rPr>
              <a:t>abstractJdbcCodeList</a:t>
            </a:r>
            <a:r>
              <a:rPr lang="en-US" sz="1680" b="1" dirty="0">
                <a:solidFill>
                  <a:schemeClr val="tx1"/>
                </a:solidFill>
              </a:rPr>
              <a:t>();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</a:t>
            </a:r>
            <a:r>
              <a:rPr lang="en-US" sz="1680" b="1" dirty="0" err="1">
                <a:solidFill>
                  <a:schemeClr val="tx1"/>
                </a:solidFill>
              </a:rPr>
              <a:t>jdbcCodeList.setQuerySql</a:t>
            </a:r>
            <a:r>
              <a:rPr lang="en-US" sz="1680" b="1" dirty="0">
                <a:solidFill>
                  <a:schemeClr val="tx1"/>
                </a:solidFill>
              </a:rPr>
              <a:t>(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        "SELECT </a:t>
            </a:r>
            <a:r>
              <a:rPr lang="en-US" sz="1680" b="1" dirty="0" err="1">
                <a:solidFill>
                  <a:schemeClr val="tx1"/>
                </a:solidFill>
              </a:rPr>
              <a:t>authority_id</a:t>
            </a:r>
            <a:r>
              <a:rPr lang="en-US" sz="1680" b="1" dirty="0">
                <a:solidFill>
                  <a:schemeClr val="tx1"/>
                </a:solidFill>
              </a:rPr>
              <a:t>, </a:t>
            </a:r>
            <a:r>
              <a:rPr lang="en-US" sz="1680" b="1" dirty="0" err="1">
                <a:solidFill>
                  <a:schemeClr val="tx1"/>
                </a:solidFill>
              </a:rPr>
              <a:t>authority_name</a:t>
            </a:r>
            <a:r>
              <a:rPr lang="en-US" sz="1680" b="1" dirty="0">
                <a:solidFill>
                  <a:schemeClr val="tx1"/>
                </a:solidFill>
              </a:rPr>
              <a:t> FROM </a:t>
            </a:r>
            <a:r>
              <a:rPr lang="en-US" sz="1680" b="1" dirty="0" err="1">
                <a:solidFill>
                  <a:schemeClr val="tx1"/>
                </a:solidFill>
              </a:rPr>
              <a:t>t_authority</a:t>
            </a:r>
            <a:r>
              <a:rPr lang="en-US" sz="1680" b="1" dirty="0">
                <a:solidFill>
                  <a:schemeClr val="tx1"/>
                </a:solidFill>
              </a:rPr>
              <a:t> ORDER BY </a:t>
            </a:r>
            <a:r>
              <a:rPr lang="en-US" sz="1680" b="1" dirty="0" err="1">
                <a:solidFill>
                  <a:schemeClr val="tx1"/>
                </a:solidFill>
              </a:rPr>
              <a:t>authority_id</a:t>
            </a:r>
            <a:r>
              <a:rPr lang="en-US" sz="1680" b="1" dirty="0">
                <a:solidFill>
                  <a:schemeClr val="tx1"/>
                </a:solidFill>
              </a:rPr>
              <a:t>");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</a:t>
            </a:r>
            <a:r>
              <a:rPr lang="en-US" sz="1680" b="1" dirty="0" err="1">
                <a:solidFill>
                  <a:schemeClr val="tx1"/>
                </a:solidFill>
              </a:rPr>
              <a:t>jdbcCodeList.setValueColumn</a:t>
            </a:r>
            <a:r>
              <a:rPr lang="en-US" sz="1680" b="1" dirty="0">
                <a:solidFill>
                  <a:schemeClr val="tx1"/>
                </a:solidFill>
              </a:rPr>
              <a:t>("</a:t>
            </a:r>
            <a:r>
              <a:rPr lang="en-US" sz="1680" b="1" dirty="0" err="1">
                <a:solidFill>
                  <a:schemeClr val="tx1"/>
                </a:solidFill>
              </a:rPr>
              <a:t>authority_id</a:t>
            </a:r>
            <a:r>
              <a:rPr lang="en-US" sz="1680" b="1" dirty="0">
                <a:solidFill>
                  <a:schemeClr val="tx1"/>
                </a:solidFill>
              </a:rPr>
              <a:t>");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</a:t>
            </a:r>
            <a:r>
              <a:rPr lang="en-US" sz="1680" b="1" dirty="0" err="1">
                <a:solidFill>
                  <a:schemeClr val="tx1"/>
                </a:solidFill>
              </a:rPr>
              <a:t>jdbcCodeList.setLabelColumn</a:t>
            </a:r>
            <a:r>
              <a:rPr lang="en-US" sz="1680" b="1" dirty="0">
                <a:solidFill>
                  <a:schemeClr val="tx1"/>
                </a:solidFill>
              </a:rPr>
              <a:t>("</a:t>
            </a:r>
            <a:r>
              <a:rPr lang="en-US" sz="1680" b="1" dirty="0" err="1">
                <a:solidFill>
                  <a:schemeClr val="tx1"/>
                </a:solidFill>
              </a:rPr>
              <a:t>authority_name</a:t>
            </a:r>
            <a:r>
              <a:rPr lang="en-US" sz="1680" b="1" dirty="0">
                <a:solidFill>
                  <a:schemeClr val="tx1"/>
                </a:solidFill>
              </a:rPr>
              <a:t>");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    return </a:t>
            </a:r>
            <a:r>
              <a:rPr lang="en-US" sz="1680" b="1" dirty="0" err="1">
                <a:solidFill>
                  <a:schemeClr val="tx1"/>
                </a:solidFill>
              </a:rPr>
              <a:t>jdbcCodeList</a:t>
            </a:r>
            <a:r>
              <a:rPr lang="en-US" sz="1680" b="1" dirty="0">
                <a:solidFill>
                  <a:schemeClr val="tx1"/>
                </a:solidFill>
              </a:rPr>
              <a:t>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}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C3EEF95D-5A1D-9FCD-2FF4-F6285F27C752}"/>
              </a:ext>
            </a:extLst>
          </p:cNvPr>
          <p:cNvSpPr/>
          <p:nvPr/>
        </p:nvSpPr>
        <p:spPr>
          <a:xfrm>
            <a:off x="390849" y="-1653565"/>
            <a:ext cx="3587116" cy="25558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CodelistConfig.java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BA9B535F-811C-B313-F3C6-DEDCC0DAC7F0}"/>
              </a:ext>
            </a:extLst>
          </p:cNvPr>
          <p:cNvSpPr/>
          <p:nvPr/>
        </p:nvSpPr>
        <p:spPr>
          <a:xfrm>
            <a:off x="762681" y="948097"/>
            <a:ext cx="8003985" cy="501942"/>
          </a:xfrm>
          <a:prstGeom prst="rect">
            <a:avLst/>
          </a:prstGeom>
          <a:noFill/>
          <a:ln w="317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92FA0411-7D44-AD41-CF09-E62DEB1F6CED}"/>
              </a:ext>
            </a:extLst>
          </p:cNvPr>
          <p:cNvCxnSpPr>
            <a:cxnSpLocks/>
          </p:cNvCxnSpPr>
          <p:nvPr/>
        </p:nvCxnSpPr>
        <p:spPr>
          <a:xfrm flipH="1">
            <a:off x="8783972" y="1242580"/>
            <a:ext cx="267348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2CD7630D-5B79-E051-7AA0-13EA8AE82778}"/>
              </a:ext>
            </a:extLst>
          </p:cNvPr>
          <p:cNvSpPr/>
          <p:nvPr/>
        </p:nvSpPr>
        <p:spPr>
          <a:xfrm>
            <a:off x="755309" y="1484902"/>
            <a:ext cx="4290220" cy="223341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4F3AD6D9-2C2B-59CB-A6A1-4976B38AA823}"/>
              </a:ext>
            </a:extLst>
          </p:cNvPr>
          <p:cNvSpPr/>
          <p:nvPr/>
        </p:nvSpPr>
        <p:spPr>
          <a:xfrm>
            <a:off x="755309" y="1745542"/>
            <a:ext cx="4658107" cy="247044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27FEC7A3-0F78-6CBB-7E23-FA0325D283FA}"/>
              </a:ext>
            </a:extLst>
          </p:cNvPr>
          <p:cNvCxnSpPr>
            <a:cxnSpLocks/>
          </p:cNvCxnSpPr>
          <p:nvPr/>
        </p:nvCxnSpPr>
        <p:spPr>
          <a:xfrm flipH="1" flipV="1">
            <a:off x="5435477" y="1859748"/>
            <a:ext cx="1157353" cy="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E50068CC-BB2A-B2E4-0197-6957800B3453}"/>
              </a:ext>
            </a:extLst>
          </p:cNvPr>
          <p:cNvCxnSpPr>
            <a:cxnSpLocks/>
          </p:cNvCxnSpPr>
          <p:nvPr/>
        </p:nvCxnSpPr>
        <p:spPr>
          <a:xfrm flipH="1">
            <a:off x="5045529" y="1588824"/>
            <a:ext cx="4122134" cy="21152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D2A91A14-2AF4-0F0F-772B-7C87B1738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屈折矢印 30">
            <a:extLst>
              <a:ext uri="{FF2B5EF4-FFF2-40B4-BE49-F238E27FC236}">
                <a16:creationId xmlns:a16="http://schemas.microsoft.com/office/drawing/2014/main" id="{190FEF86-178C-FFBE-7459-8824409A1CD1}"/>
              </a:ext>
            </a:extLst>
          </p:cNvPr>
          <p:cNvSpPr/>
          <p:nvPr/>
        </p:nvSpPr>
        <p:spPr>
          <a:xfrm rot="16200000" flipH="1">
            <a:off x="7879412" y="4970288"/>
            <a:ext cx="2907331" cy="2651234"/>
          </a:xfrm>
          <a:prstGeom prst="bentUpArrow">
            <a:avLst>
              <a:gd name="adj1" fmla="val 14177"/>
              <a:gd name="adj2" fmla="val 14568"/>
              <a:gd name="adj3" fmla="val 14866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7E296B0-C7D6-5C5C-6169-F144A1749152}"/>
              </a:ext>
            </a:extLst>
          </p:cNvPr>
          <p:cNvSpPr/>
          <p:nvPr/>
        </p:nvSpPr>
        <p:spPr>
          <a:xfrm>
            <a:off x="417121" y="322904"/>
            <a:ext cx="8441586" cy="2080706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b="1" dirty="0">
                <a:solidFill>
                  <a:schemeClr val="tx1"/>
                </a:solidFill>
              </a:rPr>
              <a:t>&lt;bean id="</a:t>
            </a:r>
            <a:r>
              <a:rPr lang="en-US" sz="1680" b="1" dirty="0">
                <a:solidFill>
                  <a:srgbClr val="0070C0"/>
                </a:solidFill>
              </a:rPr>
              <a:t>CL_AUTHORITIES</a:t>
            </a:r>
            <a:r>
              <a:rPr lang="en-US" sz="1680" b="1" dirty="0">
                <a:solidFill>
                  <a:schemeClr val="tx1"/>
                </a:solidFill>
              </a:rPr>
              <a:t>" class="</a:t>
            </a:r>
            <a:r>
              <a:rPr lang="en-US" sz="1680" b="1" dirty="0" err="1">
                <a:solidFill>
                  <a:schemeClr val="tx1"/>
                </a:solidFill>
              </a:rPr>
              <a:t>org.terasoluna.gfw.common.codelist.JdbcCodeList</a:t>
            </a:r>
            <a:r>
              <a:rPr lang="en-US" sz="1680" b="1" dirty="0">
                <a:solidFill>
                  <a:schemeClr val="tx1"/>
                </a:solidFill>
              </a:rPr>
              <a:t>"&gt;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&lt;property name="</a:t>
            </a:r>
            <a:r>
              <a:rPr lang="en-US" altLang="ja-JP" sz="1680" b="1" dirty="0" err="1">
                <a:solidFill>
                  <a:schemeClr val="tx1"/>
                </a:solidFill>
              </a:rPr>
              <a:t>jdbcTemplate</a:t>
            </a:r>
            <a:r>
              <a:rPr lang="en-US" sz="1680" b="1" dirty="0">
                <a:solidFill>
                  <a:schemeClr val="tx1"/>
                </a:solidFill>
              </a:rPr>
              <a:t>" ref="</a:t>
            </a:r>
            <a:r>
              <a:rPr lang="en-US" altLang="ja-JP" sz="1680" b="1" dirty="0" err="1">
                <a:solidFill>
                  <a:schemeClr val="tx1"/>
                </a:solidFill>
              </a:rPr>
              <a:t>jdbcTemplateForCodeList</a:t>
            </a:r>
            <a:r>
              <a:rPr lang="en-US" sz="1680" b="1" dirty="0">
                <a:solidFill>
                  <a:schemeClr val="tx1"/>
                </a:solidFill>
              </a:rPr>
              <a:t>" /&gt;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&lt;property name="</a:t>
            </a:r>
            <a:r>
              <a:rPr lang="en-US" sz="1680" b="1" dirty="0" err="1">
                <a:solidFill>
                  <a:schemeClr val="tx1"/>
                </a:solidFill>
              </a:rPr>
              <a:t>querySql</a:t>
            </a:r>
            <a:r>
              <a:rPr lang="en-US" sz="1680" b="1" dirty="0">
                <a:solidFill>
                  <a:schemeClr val="tx1"/>
                </a:solidFill>
              </a:rPr>
              <a:t>"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  value="SELECT authority_id, authority_name FROM authority ORDER BY authority_id" /&gt;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&lt;property name="valueColumn" value="authority_id" /&gt;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&lt;property name="labelColumn" value="authority_name" /&gt;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&lt;/bean&gt;</a:t>
            </a:r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C7BC9ED2-DCAF-E35A-5542-2D7CD3C72798}"/>
              </a:ext>
            </a:extLst>
          </p:cNvPr>
          <p:cNvGraphicFramePr>
            <a:graphicFrameLocks noGrp="1"/>
          </p:cNvGraphicFramePr>
          <p:nvPr/>
        </p:nvGraphicFramePr>
        <p:xfrm>
          <a:off x="1497261" y="3360039"/>
          <a:ext cx="3587119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7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value(key)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label(value)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01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STAFF_MANAGEMENT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02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MASTER_MANAGEMENT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03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STOCK_MANAGEMENT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04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ORDER_MANAGEMENT</a:t>
                      </a:r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05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SHOW_SHOPPING_CENTER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2FCDC6E-A924-4CCF-66FB-005D006CC884}"/>
              </a:ext>
            </a:extLst>
          </p:cNvPr>
          <p:cNvSpPr/>
          <p:nvPr/>
        </p:nvSpPr>
        <p:spPr>
          <a:xfrm>
            <a:off x="1457256" y="3109116"/>
            <a:ext cx="38538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80" b="1" dirty="0">
                <a:solidFill>
                  <a:schemeClr val="tx1"/>
                </a:solidFill>
              </a:rPr>
              <a:t>Map&lt;String,String&gt; </a:t>
            </a:r>
            <a:r>
              <a:rPr lang="en-US" sz="1680" b="1" dirty="0">
                <a:solidFill>
                  <a:srgbClr val="0070C0"/>
                </a:solidFill>
              </a:rPr>
              <a:t>CL_AUTHORITIES</a:t>
            </a:r>
            <a:endParaRPr lang="ja-JP" altLang="en-US" sz="1680" b="1" dirty="0">
              <a:solidFill>
                <a:srgbClr val="0070C0"/>
              </a:solidFill>
            </a:endParaRPr>
          </a:p>
        </p:txBody>
      </p: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0308208F-FC7F-E247-CE83-82C4CC98DE04}"/>
              </a:ext>
            </a:extLst>
          </p:cNvPr>
          <p:cNvCxnSpPr/>
          <p:nvPr/>
        </p:nvCxnSpPr>
        <p:spPr>
          <a:xfrm rot="10800000" flipV="1">
            <a:off x="5824479" y="1589980"/>
            <a:ext cx="1869301" cy="4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188032F-25A8-0594-1891-2F47A79837E2}"/>
              </a:ext>
            </a:extLst>
          </p:cNvPr>
          <p:cNvSpPr/>
          <p:nvPr/>
        </p:nvSpPr>
        <p:spPr>
          <a:xfrm>
            <a:off x="543809" y="6758464"/>
            <a:ext cx="7442043" cy="2397724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80" b="1" dirty="0">
                <a:solidFill>
                  <a:schemeClr val="tx1"/>
                </a:solidFill>
              </a:rPr>
              <a:t>&lt;span&gt;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&lt;input id="authorities1" name="authorities" type="checkbox" value="01"/&gt;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&lt;label for="authorities1"&gt;STAFF_MANAGEMENT&lt;/label&gt;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&lt;/span&gt;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…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&lt;span&gt;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&lt;input id="authorities5" name="authorities" type="checkbox" value="05"/&gt;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  &lt;label for="authorities5"&gt;SHOW_SHOPPING_CENTER&lt;/label&gt;</a:t>
            </a:r>
          </a:p>
          <a:p>
            <a:r>
              <a:rPr lang="en-US" sz="1680" b="1" dirty="0">
                <a:solidFill>
                  <a:schemeClr val="tx1"/>
                </a:solidFill>
              </a:rPr>
              <a:t>&lt;/span&gt;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E5A34DE-8F00-1DD9-C5C0-5BA7CB1B415D}"/>
              </a:ext>
            </a:extLst>
          </p:cNvPr>
          <p:cNvSpPr/>
          <p:nvPr/>
        </p:nvSpPr>
        <p:spPr>
          <a:xfrm>
            <a:off x="417127" y="46994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codelist.xml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1B79D2C-D1E3-29D6-6CD3-BE59633A69D0}"/>
              </a:ext>
            </a:extLst>
          </p:cNvPr>
          <p:cNvSpPr/>
          <p:nvPr/>
        </p:nvSpPr>
        <p:spPr>
          <a:xfrm>
            <a:off x="522205" y="6498437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html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8F99A6B1-E73F-76C9-5617-FB4E8B2F3472}"/>
              </a:ext>
            </a:extLst>
          </p:cNvPr>
          <p:cNvSpPr/>
          <p:nvPr/>
        </p:nvSpPr>
        <p:spPr>
          <a:xfrm>
            <a:off x="1910659" y="3637188"/>
            <a:ext cx="893439" cy="1538856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9FD738C0-C194-1B60-2275-C8DA510A79D7}"/>
              </a:ext>
            </a:extLst>
          </p:cNvPr>
          <p:cNvSpPr/>
          <p:nvPr/>
        </p:nvSpPr>
        <p:spPr>
          <a:xfrm>
            <a:off x="543807" y="1509502"/>
            <a:ext cx="5280658" cy="233583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6B1BEDC-47DD-C8D5-C348-654142C1B6F2}"/>
              </a:ext>
            </a:extLst>
          </p:cNvPr>
          <p:cNvSpPr/>
          <p:nvPr/>
        </p:nvSpPr>
        <p:spPr>
          <a:xfrm>
            <a:off x="543804" y="1743083"/>
            <a:ext cx="5655380" cy="293371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F896954-4540-E0DC-A968-4B2D9F6D9B32}"/>
              </a:ext>
            </a:extLst>
          </p:cNvPr>
          <p:cNvSpPr/>
          <p:nvPr/>
        </p:nvSpPr>
        <p:spPr>
          <a:xfrm>
            <a:off x="3238809" y="3637188"/>
            <a:ext cx="1725550" cy="1538856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00FD0B5E-2BDF-9314-B5B2-5A05C5938178}"/>
              </a:ext>
            </a:extLst>
          </p:cNvPr>
          <p:cNvSpPr/>
          <p:nvPr/>
        </p:nvSpPr>
        <p:spPr>
          <a:xfrm>
            <a:off x="688272" y="7061705"/>
            <a:ext cx="6856461" cy="262128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EEC7608-B052-C3F7-CFC6-3CD046169BD4}"/>
              </a:ext>
            </a:extLst>
          </p:cNvPr>
          <p:cNvSpPr/>
          <p:nvPr/>
        </p:nvSpPr>
        <p:spPr>
          <a:xfrm>
            <a:off x="688272" y="7339543"/>
            <a:ext cx="5510919" cy="241885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DF4E43E6-76AE-4D8B-7538-B57671293E64}"/>
              </a:ext>
            </a:extLst>
          </p:cNvPr>
          <p:cNvCxnSpPr/>
          <p:nvPr/>
        </p:nvCxnSpPr>
        <p:spPr>
          <a:xfrm rot="10800000">
            <a:off x="194866" y="4610553"/>
            <a:ext cx="1715778" cy="2223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8A5C67A9-D2FA-C2CF-5E04-3A5A93D82B46}"/>
              </a:ext>
            </a:extLst>
          </p:cNvPr>
          <p:cNvSpPr/>
          <p:nvPr/>
        </p:nvSpPr>
        <p:spPr>
          <a:xfrm>
            <a:off x="8480370" y="5507967"/>
            <a:ext cx="4677765" cy="47317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&lt;form:checkboxes items="${</a:t>
            </a:r>
            <a:r>
              <a:rPr lang="en-US" altLang="ja-JP" sz="1680" b="1" dirty="0">
                <a:solidFill>
                  <a:srgbClr val="0070C0"/>
                </a:solidFill>
              </a:rPr>
              <a:t>CL_AUTHORITIES</a:t>
            </a:r>
            <a:r>
              <a:rPr lang="en-US" altLang="ja-JP" sz="1680" b="1" dirty="0">
                <a:solidFill>
                  <a:schemeClr val="tx1"/>
                </a:solidFill>
              </a:rPr>
              <a:t>}"/&gt;</a:t>
            </a:r>
            <a:endParaRPr lang="ja-JP" altLang="en-US" sz="1680" b="1" dirty="0">
              <a:solidFill>
                <a:schemeClr val="tx1"/>
              </a:solidFill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EA7D3B96-51D8-3F8B-B6BF-A02193612781}"/>
              </a:ext>
            </a:extLst>
          </p:cNvPr>
          <p:cNvCxnSpPr>
            <a:cxnSpLocks/>
            <a:endCxn id="66" idx="1"/>
          </p:cNvCxnSpPr>
          <p:nvPr/>
        </p:nvCxnSpPr>
        <p:spPr>
          <a:xfrm>
            <a:off x="194866" y="8472506"/>
            <a:ext cx="493403" cy="0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276BE4A3-D52F-200F-271A-9988AB0D93A2}"/>
              </a:ext>
            </a:extLst>
          </p:cNvPr>
          <p:cNvCxnSpPr>
            <a:cxnSpLocks/>
          </p:cNvCxnSpPr>
          <p:nvPr/>
        </p:nvCxnSpPr>
        <p:spPr>
          <a:xfrm>
            <a:off x="194869" y="4603881"/>
            <a:ext cx="0" cy="3853877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D8BBFFFE-EDB6-BA50-5EE4-9806B8B216CD}"/>
              </a:ext>
            </a:extLst>
          </p:cNvPr>
          <p:cNvCxnSpPr/>
          <p:nvPr/>
        </p:nvCxnSpPr>
        <p:spPr>
          <a:xfrm rot="10800000">
            <a:off x="6199197" y="1903106"/>
            <a:ext cx="393643" cy="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>
            <a:extLst>
              <a:ext uri="{FF2B5EF4-FFF2-40B4-BE49-F238E27FC236}">
                <a16:creationId xmlns:a16="http://schemas.microsoft.com/office/drawing/2014/main" id="{DB89099D-04A2-A653-0789-301342FB5FA7}"/>
              </a:ext>
            </a:extLst>
          </p:cNvPr>
          <p:cNvCxnSpPr>
            <a:cxnSpLocks/>
          </p:cNvCxnSpPr>
          <p:nvPr/>
        </p:nvCxnSpPr>
        <p:spPr>
          <a:xfrm>
            <a:off x="6592840" y="1903105"/>
            <a:ext cx="0" cy="2154406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992D7E4-3015-6002-D7B2-AD4578788F5A}"/>
              </a:ext>
            </a:extLst>
          </p:cNvPr>
          <p:cNvCxnSpPr/>
          <p:nvPr/>
        </p:nvCxnSpPr>
        <p:spPr>
          <a:xfrm rot="10800000" flipV="1">
            <a:off x="4964369" y="4057507"/>
            <a:ext cx="1628463" cy="2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0853619B-0939-81B4-3CD9-76EB7BB9AB13}"/>
              </a:ext>
            </a:extLst>
          </p:cNvPr>
          <p:cNvCxnSpPr/>
          <p:nvPr/>
        </p:nvCxnSpPr>
        <p:spPr>
          <a:xfrm rot="10800000">
            <a:off x="4964368" y="4702875"/>
            <a:ext cx="2717023" cy="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02F638CE-5D47-4D62-52B9-B9D142B8EFC5}"/>
              </a:ext>
            </a:extLst>
          </p:cNvPr>
          <p:cNvCxnSpPr>
            <a:cxnSpLocks/>
          </p:cNvCxnSpPr>
          <p:nvPr/>
        </p:nvCxnSpPr>
        <p:spPr>
          <a:xfrm>
            <a:off x="7681393" y="4702879"/>
            <a:ext cx="12389" cy="4043669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1E07E7B5-D691-C683-F872-389D76EE4CC6}"/>
              </a:ext>
            </a:extLst>
          </p:cNvPr>
          <p:cNvCxnSpPr>
            <a:endCxn id="65" idx="3"/>
          </p:cNvCxnSpPr>
          <p:nvPr/>
        </p:nvCxnSpPr>
        <p:spPr>
          <a:xfrm rot="10800000">
            <a:off x="6199179" y="8746547"/>
            <a:ext cx="1494588" cy="2223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カギ線コネクタ 28">
            <a:extLst>
              <a:ext uri="{FF2B5EF4-FFF2-40B4-BE49-F238E27FC236}">
                <a16:creationId xmlns:a16="http://schemas.microsoft.com/office/drawing/2014/main" id="{BE16C121-C1F5-877C-F745-1D3DCADA4446}"/>
              </a:ext>
            </a:extLst>
          </p:cNvPr>
          <p:cNvCxnSpPr>
            <a:cxnSpLocks/>
            <a:endCxn id="20" idx="1"/>
          </p:cNvCxnSpPr>
          <p:nvPr/>
        </p:nvCxnSpPr>
        <p:spPr>
          <a:xfrm>
            <a:off x="5084381" y="3236921"/>
            <a:ext cx="3395989" cy="2507634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9E635820-E054-4E4A-ABED-363E3660CC68}"/>
              </a:ext>
            </a:extLst>
          </p:cNvPr>
          <p:cNvSpPr/>
          <p:nvPr/>
        </p:nvSpPr>
        <p:spPr>
          <a:xfrm>
            <a:off x="8398129" y="5188482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JSP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2" name="右矢印 31">
            <a:extLst>
              <a:ext uri="{FF2B5EF4-FFF2-40B4-BE49-F238E27FC236}">
                <a16:creationId xmlns:a16="http://schemas.microsoft.com/office/drawing/2014/main" id="{A3702E3F-945E-3CC2-880F-91BEAE02E1AD}"/>
              </a:ext>
            </a:extLst>
          </p:cNvPr>
          <p:cNvSpPr/>
          <p:nvPr/>
        </p:nvSpPr>
        <p:spPr>
          <a:xfrm>
            <a:off x="7985853" y="8390336"/>
            <a:ext cx="2620585" cy="586736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45DA26A2-C78F-0A00-86D7-866B92CFC19F}"/>
              </a:ext>
            </a:extLst>
          </p:cNvPr>
          <p:cNvSpPr/>
          <p:nvPr/>
        </p:nvSpPr>
        <p:spPr>
          <a:xfrm>
            <a:off x="10606435" y="8076699"/>
            <a:ext cx="2082927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Browser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6A3A94D9-E181-25E6-F81A-6DF9C81A57AC}"/>
              </a:ext>
            </a:extLst>
          </p:cNvPr>
          <p:cNvCxnSpPr/>
          <p:nvPr/>
        </p:nvCxnSpPr>
        <p:spPr>
          <a:xfrm>
            <a:off x="9058208" y="1803365"/>
            <a:ext cx="218911" cy="2223"/>
          </a:xfrm>
          <a:prstGeom prst="straightConnector1">
            <a:avLst/>
          </a:prstGeom>
          <a:ln>
            <a:solidFill>
              <a:srgbClr val="C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42BC1D33-DE6D-00DF-3710-9839FFB25A31}"/>
              </a:ext>
            </a:extLst>
          </p:cNvPr>
          <p:cNvCxnSpPr>
            <a:cxnSpLocks/>
          </p:cNvCxnSpPr>
          <p:nvPr/>
        </p:nvCxnSpPr>
        <p:spPr>
          <a:xfrm>
            <a:off x="9051319" y="1228584"/>
            <a:ext cx="6884" cy="57699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CB32A913-DA3D-C338-969A-22DC1A3CE5C8}"/>
              </a:ext>
            </a:extLst>
          </p:cNvPr>
          <p:cNvSpPr/>
          <p:nvPr/>
        </p:nvSpPr>
        <p:spPr>
          <a:xfrm>
            <a:off x="543800" y="997671"/>
            <a:ext cx="8135686" cy="460272"/>
          </a:xfrm>
          <a:prstGeom prst="rect">
            <a:avLst/>
          </a:prstGeom>
          <a:noFill/>
          <a:ln w="31750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C01CD76C-D9DF-D368-BBD9-1597F2DCD9AF}"/>
              </a:ext>
            </a:extLst>
          </p:cNvPr>
          <p:cNvCxnSpPr/>
          <p:nvPr/>
        </p:nvCxnSpPr>
        <p:spPr>
          <a:xfrm rot="10800000">
            <a:off x="8674518" y="1226360"/>
            <a:ext cx="383688" cy="222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0" name="表 39">
            <a:extLst>
              <a:ext uri="{FF2B5EF4-FFF2-40B4-BE49-F238E27FC236}">
                <a16:creationId xmlns:a16="http://schemas.microsoft.com/office/drawing/2014/main" id="{2F92D482-B9E1-4AE6-2AAD-257BBAB10730}"/>
              </a:ext>
            </a:extLst>
          </p:cNvPr>
          <p:cNvGraphicFramePr>
            <a:graphicFrameLocks noGrp="1"/>
          </p:cNvGraphicFramePr>
          <p:nvPr/>
        </p:nvGraphicFramePr>
        <p:xfrm>
          <a:off x="9279353" y="561821"/>
          <a:ext cx="3174798" cy="180602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159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48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10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authorty_id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autority_name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0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01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STAFF_MANAGEMENT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0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02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MASTER_MANAGEMENT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0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03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STOCK_MANAGEMENT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0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04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ORDER_MANAGEMENT</a:t>
                      </a:r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0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05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SHOW_SHOPPING_CENTER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9366900F-7115-5197-1D42-42A5C95686C5}"/>
              </a:ext>
            </a:extLst>
          </p:cNvPr>
          <p:cNvSpPr/>
          <p:nvPr/>
        </p:nvSpPr>
        <p:spPr>
          <a:xfrm>
            <a:off x="9279354" y="322898"/>
            <a:ext cx="3174799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autority table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914E2E93-7C2A-2FD0-765B-80B76B778F5B}"/>
              </a:ext>
            </a:extLst>
          </p:cNvPr>
          <p:cNvSpPr/>
          <p:nvPr/>
        </p:nvSpPr>
        <p:spPr>
          <a:xfrm>
            <a:off x="9586060" y="831857"/>
            <a:ext cx="605627" cy="1538856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50EDD0CB-31E4-1EF9-3A8B-E3621BEDB167}"/>
              </a:ext>
            </a:extLst>
          </p:cNvPr>
          <p:cNvSpPr/>
          <p:nvPr/>
        </p:nvSpPr>
        <p:spPr>
          <a:xfrm>
            <a:off x="10479493" y="831852"/>
            <a:ext cx="1912460" cy="1538858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1B93B9B6-DF87-2A44-1AFA-4A6332956723}"/>
              </a:ext>
            </a:extLst>
          </p:cNvPr>
          <p:cNvCxnSpPr>
            <a:cxnSpLocks/>
          </p:cNvCxnSpPr>
          <p:nvPr/>
        </p:nvCxnSpPr>
        <p:spPr>
          <a:xfrm rot="10800000">
            <a:off x="7693778" y="1590233"/>
            <a:ext cx="1892285" cy="89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6581FD87-2DEF-B5F7-E850-2F4B6490B196}"/>
              </a:ext>
            </a:extLst>
          </p:cNvPr>
          <p:cNvSpPr/>
          <p:nvPr/>
        </p:nvSpPr>
        <p:spPr>
          <a:xfrm>
            <a:off x="688267" y="8625602"/>
            <a:ext cx="5510921" cy="241885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F820B4A-E75F-D5E3-205A-838E75032287}"/>
              </a:ext>
            </a:extLst>
          </p:cNvPr>
          <p:cNvSpPr/>
          <p:nvPr/>
        </p:nvSpPr>
        <p:spPr>
          <a:xfrm>
            <a:off x="688269" y="8309773"/>
            <a:ext cx="6856464" cy="325465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71" name="直線矢印コネクタ 70">
            <a:extLst>
              <a:ext uri="{FF2B5EF4-FFF2-40B4-BE49-F238E27FC236}">
                <a16:creationId xmlns:a16="http://schemas.microsoft.com/office/drawing/2014/main" id="{1744F15B-35AA-6619-5272-FFAF3507B886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194871" y="7190546"/>
            <a:ext cx="493401" cy="2223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74" name="Picture 2">
            <a:extLst>
              <a:ext uri="{FF2B5EF4-FFF2-40B4-BE49-F238E27FC236}">
                <a16:creationId xmlns:a16="http://schemas.microsoft.com/office/drawing/2014/main" id="{A88F1E2F-D691-10DE-5756-762FD90A9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658687" y="8455528"/>
            <a:ext cx="2082927" cy="11959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85" name="直線矢印コネクタ 84">
            <a:extLst>
              <a:ext uri="{FF2B5EF4-FFF2-40B4-BE49-F238E27FC236}">
                <a16:creationId xmlns:a16="http://schemas.microsoft.com/office/drawing/2014/main" id="{06AEE4EF-49F8-3CB7-9F48-CA325C88BC9A}"/>
              </a:ext>
            </a:extLst>
          </p:cNvPr>
          <p:cNvCxnSpPr>
            <a:endCxn id="18" idx="3"/>
          </p:cNvCxnSpPr>
          <p:nvPr/>
        </p:nvCxnSpPr>
        <p:spPr>
          <a:xfrm rot="10800000">
            <a:off x="6199185" y="7460485"/>
            <a:ext cx="1482201" cy="2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E2D8067-F90F-B321-C0D6-7AFBFAC0B12C}"/>
              </a:ext>
            </a:extLst>
          </p:cNvPr>
          <p:cNvSpPr/>
          <p:nvPr/>
        </p:nvSpPr>
        <p:spPr>
          <a:xfrm>
            <a:off x="8398129" y="2959791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 err="1">
                <a:solidFill>
                  <a:schemeClr val="tx1"/>
                </a:solidFill>
              </a:rPr>
              <a:t>Thymeleaf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93C5893-4430-25F5-4106-830FBFFA961E}"/>
              </a:ext>
            </a:extLst>
          </p:cNvPr>
          <p:cNvSpPr/>
          <p:nvPr/>
        </p:nvSpPr>
        <p:spPr>
          <a:xfrm>
            <a:off x="8398121" y="3330268"/>
            <a:ext cx="4760014" cy="14908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&lt;span </a:t>
            </a:r>
            <a:r>
              <a:rPr lang="en-US" altLang="ja-JP" sz="1680" b="1" dirty="0" err="1">
                <a:solidFill>
                  <a:schemeClr val="tx1"/>
                </a:solidFill>
              </a:rPr>
              <a:t>th:each</a:t>
            </a:r>
            <a:r>
              <a:rPr lang="en-US" altLang="ja-JP" sz="1680" b="1" dirty="0">
                <a:solidFill>
                  <a:schemeClr val="tx1"/>
                </a:solidFill>
              </a:rPr>
              <a:t>=" authority : ${</a:t>
            </a:r>
            <a:r>
              <a:rPr lang="en-US" altLang="ja-JP" sz="1680" b="1" dirty="0">
                <a:solidFill>
                  <a:srgbClr val="0070C0"/>
                </a:solidFill>
              </a:rPr>
              <a:t>CL_AUTHORITIES</a:t>
            </a:r>
            <a:r>
              <a:rPr lang="en-US" altLang="ja-JP" sz="1680" b="1" dirty="0">
                <a:solidFill>
                  <a:schemeClr val="tx1"/>
                </a:solidFill>
              </a:rPr>
              <a:t>}"&gt;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&lt;input type="checkbox" </a:t>
            </a:r>
            <a:r>
              <a:rPr lang="en-US" altLang="ja-JP" sz="1680" b="1" dirty="0" err="1">
                <a:solidFill>
                  <a:schemeClr val="tx1"/>
                </a:solidFill>
              </a:rPr>
              <a:t>th:field</a:t>
            </a:r>
            <a:r>
              <a:rPr lang="en-US" altLang="ja-JP" sz="1680" b="1" dirty="0">
                <a:solidFill>
                  <a:schemeClr val="tx1"/>
                </a:solidFill>
              </a:rPr>
              <a:t>="*{authorities}" </a:t>
            </a:r>
            <a:r>
              <a:rPr lang="en-US" altLang="ja-JP" sz="1680" b="1" dirty="0" err="1">
                <a:solidFill>
                  <a:schemeClr val="tx1"/>
                </a:solidFill>
              </a:rPr>
              <a:t>th:value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authority.key</a:t>
            </a:r>
            <a:r>
              <a:rPr lang="en-US" altLang="ja-JP" sz="1680" b="1" dirty="0">
                <a:solidFill>
                  <a:schemeClr val="tx1"/>
                </a:solidFill>
              </a:rPr>
              <a:t>}" /&gt;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&lt;label </a:t>
            </a:r>
            <a:r>
              <a:rPr lang="en-US" altLang="ja-JP" sz="1680" b="1" dirty="0" err="1">
                <a:solidFill>
                  <a:schemeClr val="tx1"/>
                </a:solidFill>
              </a:rPr>
              <a:t>th:for</a:t>
            </a:r>
            <a:r>
              <a:rPr lang="en-US" altLang="ja-JP" sz="1680" b="1" dirty="0">
                <a:solidFill>
                  <a:schemeClr val="tx1"/>
                </a:solidFill>
              </a:rPr>
              <a:t>="${#</a:t>
            </a:r>
            <a:r>
              <a:rPr lang="en-US" altLang="ja-JP" sz="1680" b="1" dirty="0" err="1">
                <a:solidFill>
                  <a:schemeClr val="tx1"/>
                </a:solidFill>
              </a:rPr>
              <a:t>ids.prev</a:t>
            </a:r>
            <a:r>
              <a:rPr lang="en-US" altLang="ja-JP" sz="1680" b="1" dirty="0">
                <a:solidFill>
                  <a:schemeClr val="tx1"/>
                </a:solidFill>
              </a:rPr>
              <a:t>('authorities')}" </a:t>
            </a:r>
            <a:r>
              <a:rPr lang="en-US" altLang="ja-JP" sz="1680" b="1" dirty="0" err="1">
                <a:solidFill>
                  <a:schemeClr val="tx1"/>
                </a:solidFill>
              </a:rPr>
              <a:t>th:text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authority.value</a:t>
            </a:r>
            <a:r>
              <a:rPr lang="en-US" altLang="ja-JP" sz="1680" b="1" dirty="0">
                <a:solidFill>
                  <a:schemeClr val="tx1"/>
                </a:solidFill>
              </a:rPr>
              <a:t>}"&gt;dummy label&lt;/label&gt;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&lt;/span&gt;</a:t>
            </a:r>
            <a:endParaRPr lang="ja-JP" altLang="en-US" sz="1680" b="1" dirty="0">
              <a:solidFill>
                <a:schemeClr val="tx1"/>
              </a:solidFill>
            </a:endParaRPr>
          </a:p>
        </p:txBody>
      </p:sp>
      <p:cxnSp>
        <p:nvCxnSpPr>
          <p:cNvPr id="46" name="カギ線コネクタ 28">
            <a:extLst>
              <a:ext uri="{FF2B5EF4-FFF2-40B4-BE49-F238E27FC236}">
                <a16:creationId xmlns:a16="http://schemas.microsoft.com/office/drawing/2014/main" id="{405DCDFA-5491-6BFF-E45B-93822D1798BB}"/>
              </a:ext>
            </a:extLst>
          </p:cNvPr>
          <p:cNvCxnSpPr>
            <a:cxnSpLocks/>
            <a:endCxn id="13" idx="0"/>
          </p:cNvCxnSpPr>
          <p:nvPr/>
        </p:nvCxnSpPr>
        <p:spPr>
          <a:xfrm rot="10800000" flipV="1">
            <a:off x="2357376" y="2277368"/>
            <a:ext cx="7228687" cy="1359822"/>
          </a:xfrm>
          <a:prstGeom prst="bentConnector2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カギ線コネクタ 28">
            <a:extLst>
              <a:ext uri="{FF2B5EF4-FFF2-40B4-BE49-F238E27FC236}">
                <a16:creationId xmlns:a16="http://schemas.microsoft.com/office/drawing/2014/main" id="{F143106C-D11A-6AA1-3030-095E7D57F44C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5506339" y="3236914"/>
            <a:ext cx="2891782" cy="838764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屈折矢印 30">
            <a:extLst>
              <a:ext uri="{FF2B5EF4-FFF2-40B4-BE49-F238E27FC236}">
                <a16:creationId xmlns:a16="http://schemas.microsoft.com/office/drawing/2014/main" id="{94AD8F5F-6A64-3605-C9A1-DF70B4CC0A43}"/>
              </a:ext>
            </a:extLst>
          </p:cNvPr>
          <p:cNvSpPr/>
          <p:nvPr/>
        </p:nvSpPr>
        <p:spPr>
          <a:xfrm rot="16200000" flipH="1">
            <a:off x="8339981" y="5679341"/>
            <a:ext cx="1496335" cy="2161380"/>
          </a:xfrm>
          <a:prstGeom prst="bentUpArrow">
            <a:avLst>
              <a:gd name="adj1" fmla="val 22888"/>
              <a:gd name="adj2" fmla="val 25000"/>
              <a:gd name="adj3" fmla="val 2500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</p:spTree>
    <p:extLst>
      <p:ext uri="{BB962C8B-B14F-4D97-AF65-F5344CB8AC3E}">
        <p14:creationId xmlns:p14="http://schemas.microsoft.com/office/powerpoint/2010/main" val="355093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/>
        </p:nvSpPr>
        <p:spPr>
          <a:xfrm>
            <a:off x="523813" y="4006739"/>
            <a:ext cx="457390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80" b="1" dirty="0">
                <a:solidFill>
                  <a:schemeClr val="tx1"/>
                </a:solidFill>
              </a:rPr>
              <a:t>Map&lt;</a:t>
            </a:r>
            <a:r>
              <a:rPr lang="en-US" altLang="ja-JP" sz="1680" b="1" i="1" dirty="0">
                <a:solidFill>
                  <a:schemeClr val="tx1"/>
                </a:solidFill>
              </a:rPr>
              <a:t>Locale</a:t>
            </a:r>
            <a:r>
              <a:rPr lang="en-US" altLang="ja-JP" sz="1680" b="1" dirty="0">
                <a:solidFill>
                  <a:schemeClr val="tx1"/>
                </a:solidFill>
              </a:rPr>
              <a:t>,</a:t>
            </a:r>
            <a:r>
              <a:rPr lang="en-US" altLang="ja-JP" sz="1680" b="1" i="1" dirty="0">
                <a:solidFill>
                  <a:schemeClr val="tx1"/>
                </a:solidFill>
              </a:rPr>
              <a:t> LinkedHashMap</a:t>
            </a:r>
            <a:r>
              <a:rPr lang="en-US" altLang="ja-JP" sz="1680" b="1" dirty="0">
                <a:solidFill>
                  <a:schemeClr val="tx1"/>
                </a:solidFill>
              </a:rPr>
              <a:t>&gt; </a:t>
            </a:r>
            <a:r>
              <a:rPr lang="en-US" altLang="ja-JP" sz="1680" b="1" dirty="0">
                <a:solidFill>
                  <a:schemeClr val="accent1"/>
                </a:solidFill>
              </a:rPr>
              <a:t>CL_BASE_PRICE</a:t>
            </a:r>
            <a:endParaRPr lang="ja-JP" altLang="en-US" sz="1680" b="1" dirty="0">
              <a:solidFill>
                <a:schemeClr val="accent1"/>
              </a:solidFill>
            </a:endParaRPr>
          </a:p>
        </p:txBody>
      </p:sp>
      <p:graphicFrame>
        <p:nvGraphicFramePr>
          <p:cNvPr id="8" name="表 7"/>
          <p:cNvGraphicFramePr>
            <a:graphicFrameLocks noGrp="1"/>
          </p:cNvGraphicFramePr>
          <p:nvPr/>
        </p:nvGraphicFramePr>
        <p:xfrm>
          <a:off x="780909" y="4374784"/>
          <a:ext cx="3587119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7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value(key)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label(value)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en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Map&lt;String,String&gt;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ja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Map&lt;String,String&gt;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正方形/長方形 8"/>
          <p:cNvSpPr/>
          <p:nvPr/>
        </p:nvSpPr>
        <p:spPr>
          <a:xfrm>
            <a:off x="5097714" y="4004517"/>
            <a:ext cx="4907282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80" b="1" dirty="0">
                <a:solidFill>
                  <a:schemeClr val="tx1"/>
                </a:solidFill>
              </a:rPr>
              <a:t>Map&lt;String,</a:t>
            </a:r>
            <a:r>
              <a:rPr lang="en-US" altLang="ja-JP" sz="1680" b="1" i="1" dirty="0">
                <a:solidFill>
                  <a:schemeClr val="tx1"/>
                </a:solidFill>
              </a:rPr>
              <a:t> String</a:t>
            </a:r>
            <a:r>
              <a:rPr lang="en-US" altLang="ja-JP" sz="1680" b="1" dirty="0">
                <a:solidFill>
                  <a:schemeClr val="tx1"/>
                </a:solidFill>
              </a:rPr>
              <a:t>&gt; </a:t>
            </a:r>
            <a:r>
              <a:rPr lang="en-US" altLang="ja-JP" sz="1680" b="1" dirty="0">
                <a:solidFill>
                  <a:schemeClr val="accent1"/>
                </a:solidFill>
              </a:rPr>
              <a:t>en</a:t>
            </a:r>
            <a:endParaRPr lang="ja-JP" altLang="en-US" sz="1680" b="1" dirty="0">
              <a:solidFill>
                <a:schemeClr val="accent1"/>
              </a:solidFill>
            </a:endParaRPr>
          </a:p>
        </p:txBody>
      </p:sp>
      <p:graphicFrame>
        <p:nvGraphicFramePr>
          <p:cNvPr id="10" name="表 9"/>
          <p:cNvGraphicFramePr>
            <a:graphicFrameLocks noGrp="1"/>
          </p:cNvGraphicFramePr>
          <p:nvPr/>
        </p:nvGraphicFramePr>
        <p:xfrm>
          <a:off x="5714860" y="4374784"/>
          <a:ext cx="3587119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7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value(key)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label(value)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unlimited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10000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100" i="1" dirty="0">
                          <a:solidFill>
                            <a:schemeClr val="tx1"/>
                          </a:solidFill>
                        </a:rPr>
                        <a:t>Less </a:t>
                      </a:r>
                      <a:r>
                        <a:rPr lang="en-US" altLang="ja-JP" sz="1100" i="1">
                          <a:solidFill>
                            <a:schemeClr val="tx1"/>
                          </a:solidFill>
                        </a:rPr>
                        <a:t>than \10,000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正方形/長方形 10"/>
          <p:cNvSpPr/>
          <p:nvPr/>
        </p:nvSpPr>
        <p:spPr>
          <a:xfrm>
            <a:off x="780910" y="4711385"/>
            <a:ext cx="3587115" cy="264033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2" name="正方形/長方形 11"/>
          <p:cNvSpPr/>
          <p:nvPr/>
        </p:nvSpPr>
        <p:spPr>
          <a:xfrm>
            <a:off x="5714860" y="4644163"/>
            <a:ext cx="3587115" cy="626745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25" name="正方形/長方形 24"/>
          <p:cNvSpPr/>
          <p:nvPr/>
        </p:nvSpPr>
        <p:spPr>
          <a:xfrm>
            <a:off x="6625927" y="5780745"/>
            <a:ext cx="5843882" cy="47317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&lt;form:select path=</a:t>
            </a:r>
            <a:r>
              <a:rPr lang="en-US" altLang="ja-JP" sz="1680" b="1" i="1" dirty="0">
                <a:solidFill>
                  <a:schemeClr val="tx1"/>
                </a:solidFill>
              </a:rPr>
              <a:t>"basePrice" items="${</a:t>
            </a:r>
            <a:r>
              <a:rPr lang="en-US" altLang="ja-JP" sz="1680" b="1" i="1" dirty="0">
                <a:solidFill>
                  <a:srgbClr val="0070C0"/>
                </a:solidFill>
              </a:rPr>
              <a:t>CL_BASE_PRICE</a:t>
            </a:r>
            <a:r>
              <a:rPr lang="en-US" altLang="ja-JP" sz="1680" b="1" i="1" dirty="0">
                <a:solidFill>
                  <a:schemeClr val="tx1"/>
                </a:solidFill>
              </a:rPr>
              <a:t>}" /&gt;</a:t>
            </a:r>
            <a:endParaRPr lang="ja-JP" altLang="en-US" sz="1680" b="1" dirty="0">
              <a:solidFill>
                <a:schemeClr val="tx1"/>
              </a:solidFill>
            </a:endParaRPr>
          </a:p>
        </p:txBody>
      </p:sp>
      <p:cxnSp>
        <p:nvCxnSpPr>
          <p:cNvPr id="27" name="図形 26"/>
          <p:cNvCxnSpPr>
            <a:cxnSpLocks/>
          </p:cNvCxnSpPr>
          <p:nvPr/>
        </p:nvCxnSpPr>
        <p:spPr>
          <a:xfrm rot="16200000" flipH="1">
            <a:off x="5590191" y="1206174"/>
            <a:ext cx="1334721" cy="6935848"/>
          </a:xfrm>
          <a:prstGeom prst="bentConnector3">
            <a:avLst>
              <a:gd name="adj1" fmla="val -10276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/>
          <p:cNvSpPr/>
          <p:nvPr/>
        </p:nvSpPr>
        <p:spPr>
          <a:xfrm>
            <a:off x="7953056" y="5478897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                               JSP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8" name="正方形/長方形 37"/>
          <p:cNvSpPr/>
          <p:nvPr/>
        </p:nvSpPr>
        <p:spPr>
          <a:xfrm>
            <a:off x="760109" y="6436296"/>
            <a:ext cx="7440931" cy="1406489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&lt;div class="span-8 last"&gt;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    &lt;select id="basePrice" name="basePrice"&gt;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        &lt;option value="0"&gt;unlimited&lt;/option&gt;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        &lt;option value="10000"&gt;Less than \10,000&lt;/option&gt;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    &lt;!-- omitted --&gt;</a:t>
            </a:r>
            <a:endParaRPr lang="en-US" sz="1400" b="1" dirty="0">
              <a:solidFill>
                <a:schemeClr val="tx1"/>
              </a:solidFill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&lt;/div&gt;</a:t>
            </a:r>
          </a:p>
        </p:txBody>
      </p:sp>
      <p:sp>
        <p:nvSpPr>
          <p:cNvPr id="39" name="正方形/長方形 38"/>
          <p:cNvSpPr/>
          <p:nvPr/>
        </p:nvSpPr>
        <p:spPr>
          <a:xfrm>
            <a:off x="760098" y="6180698"/>
            <a:ext cx="2050658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html Locale=en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5" name="正方形/長方形 44"/>
          <p:cNvSpPr/>
          <p:nvPr/>
        </p:nvSpPr>
        <p:spPr>
          <a:xfrm>
            <a:off x="760109" y="8129842"/>
            <a:ext cx="7440931" cy="1406489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&lt;div class="span-8 last"&gt;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    &lt;select id="basePrice" name="basePrice"&gt;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        &lt;option value="0"&gt;</a:t>
            </a:r>
            <a:r>
              <a:rPr lang="ja-JP" altLang="en-US" sz="1400" b="1" dirty="0">
                <a:solidFill>
                  <a:schemeClr val="tx1"/>
                </a:solidFill>
              </a:rPr>
              <a:t>上限なし</a:t>
            </a:r>
            <a:r>
              <a:rPr lang="en-US" altLang="ja-JP" sz="1400" b="1" dirty="0">
                <a:solidFill>
                  <a:schemeClr val="tx1"/>
                </a:solidFill>
              </a:rPr>
              <a:t>&lt;/</a:t>
            </a:r>
            <a:r>
              <a:rPr lang="en-US" sz="1400" b="1" dirty="0">
                <a:solidFill>
                  <a:schemeClr val="tx1"/>
                </a:solidFill>
              </a:rPr>
              <a:t>option&gt;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        &lt;option value="10000"&gt;10,000</a:t>
            </a:r>
            <a:r>
              <a:rPr lang="ja-JP" altLang="en-US" sz="1400" b="1" dirty="0">
                <a:solidFill>
                  <a:schemeClr val="tx1"/>
                </a:solidFill>
              </a:rPr>
              <a:t>円以下</a:t>
            </a:r>
            <a:r>
              <a:rPr lang="en-US" altLang="ja-JP" sz="1400" b="1" dirty="0">
                <a:solidFill>
                  <a:schemeClr val="tx1"/>
                </a:solidFill>
              </a:rPr>
              <a:t>&lt;/</a:t>
            </a:r>
            <a:r>
              <a:rPr lang="en-US" sz="1400" b="1" dirty="0">
                <a:solidFill>
                  <a:schemeClr val="tx1"/>
                </a:solidFill>
              </a:rPr>
              <a:t>option&gt;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    &lt;!-- omitted --&gt;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&lt;/div&gt;</a:t>
            </a:r>
          </a:p>
        </p:txBody>
      </p:sp>
      <p:sp>
        <p:nvSpPr>
          <p:cNvPr id="46" name="正方形/長方形 45"/>
          <p:cNvSpPr/>
          <p:nvPr/>
        </p:nvSpPr>
        <p:spPr>
          <a:xfrm>
            <a:off x="760097" y="7874242"/>
            <a:ext cx="2050660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html Locale=ja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51" name="図形 50"/>
          <p:cNvCxnSpPr>
            <a:endCxn id="39" idx="1"/>
          </p:cNvCxnSpPr>
          <p:nvPr/>
        </p:nvCxnSpPr>
        <p:spPr>
          <a:xfrm rot="10800000" flipV="1">
            <a:off x="760101" y="6007173"/>
            <a:ext cx="5865828" cy="301329"/>
          </a:xfrm>
          <a:prstGeom prst="bentConnector3">
            <a:avLst>
              <a:gd name="adj1" fmla="val 104774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図形 51"/>
          <p:cNvCxnSpPr>
            <a:cxnSpLocks/>
            <a:endCxn id="46" idx="1"/>
          </p:cNvCxnSpPr>
          <p:nvPr/>
        </p:nvCxnSpPr>
        <p:spPr>
          <a:xfrm rot="10800000" flipV="1">
            <a:off x="760099" y="5861526"/>
            <a:ext cx="5854852" cy="2140510"/>
          </a:xfrm>
          <a:prstGeom prst="bentConnector3">
            <a:avLst>
              <a:gd name="adj1" fmla="val 108329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線矢印コネクタ 67"/>
          <p:cNvCxnSpPr>
            <a:cxnSpLocks/>
          </p:cNvCxnSpPr>
          <p:nvPr/>
        </p:nvCxnSpPr>
        <p:spPr>
          <a:xfrm>
            <a:off x="8201027" y="7201313"/>
            <a:ext cx="21869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正方形/長方形 69"/>
          <p:cNvSpPr/>
          <p:nvPr/>
        </p:nvSpPr>
        <p:spPr>
          <a:xfrm>
            <a:off x="9301973" y="6410217"/>
            <a:ext cx="2920368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Browser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387977" y="7949451"/>
            <a:ext cx="1413511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2" name="正方形/長方形 71"/>
          <p:cNvSpPr/>
          <p:nvPr/>
        </p:nvSpPr>
        <p:spPr>
          <a:xfrm>
            <a:off x="9301973" y="7949454"/>
            <a:ext cx="2920368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Browser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73" name="直線矢印コネクタ 72"/>
          <p:cNvCxnSpPr>
            <a:stCxn id="45" idx="3"/>
          </p:cNvCxnSpPr>
          <p:nvPr/>
        </p:nvCxnSpPr>
        <p:spPr>
          <a:xfrm>
            <a:off x="8201025" y="8833072"/>
            <a:ext cx="21869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線矢印コネクタ 77"/>
          <p:cNvCxnSpPr>
            <a:cxnSpLocks/>
            <a:stCxn id="11" idx="3"/>
          </p:cNvCxnSpPr>
          <p:nvPr/>
        </p:nvCxnSpPr>
        <p:spPr>
          <a:xfrm>
            <a:off x="4368025" y="4843402"/>
            <a:ext cx="1346839" cy="0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正方形/長方形 88"/>
          <p:cNvSpPr/>
          <p:nvPr/>
        </p:nvSpPr>
        <p:spPr>
          <a:xfrm>
            <a:off x="780910" y="5006875"/>
            <a:ext cx="3587115" cy="264033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pic>
        <p:nvPicPr>
          <p:cNvPr id="2" name="Picture 2" descr="C:\Users\bttatsutanik.RDH\work_gfw\documents\guideline\source\ArchitectureInDetail\images\codelist_i18n_en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0387982" y="6370290"/>
            <a:ext cx="1880235" cy="1533525"/>
          </a:xfrm>
          <a:prstGeom prst="rect">
            <a:avLst/>
          </a:prstGeom>
          <a:noFill/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F493320-E6CF-154B-6AD5-57A924DF60A4}"/>
              </a:ext>
            </a:extLst>
          </p:cNvPr>
          <p:cNvSpPr/>
          <p:nvPr/>
        </p:nvSpPr>
        <p:spPr>
          <a:xfrm>
            <a:off x="10137703" y="3746965"/>
            <a:ext cx="1402466" cy="203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 err="1">
                <a:solidFill>
                  <a:schemeClr val="tx1"/>
                </a:solidFill>
              </a:rPr>
              <a:t>Thymeleaf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0B1E4CE-189F-9C39-3347-B33BC3C4B2C1}"/>
              </a:ext>
            </a:extLst>
          </p:cNvPr>
          <p:cNvSpPr/>
          <p:nvPr/>
        </p:nvSpPr>
        <p:spPr>
          <a:xfrm>
            <a:off x="9980409" y="4004163"/>
            <a:ext cx="4483858" cy="17955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&lt;select </a:t>
            </a:r>
            <a:r>
              <a:rPr lang="en-US" altLang="ja-JP" sz="1680" b="1" dirty="0" err="1">
                <a:solidFill>
                  <a:schemeClr val="tx1"/>
                </a:solidFill>
              </a:rPr>
              <a:t>th:field</a:t>
            </a:r>
            <a:r>
              <a:rPr lang="en-US" altLang="ja-JP" sz="1680" b="1" dirty="0">
                <a:solidFill>
                  <a:schemeClr val="tx1"/>
                </a:solidFill>
              </a:rPr>
              <a:t>=“*{</a:t>
            </a:r>
            <a:r>
              <a:rPr lang="en-US" altLang="ja-JP" sz="1680" b="1" dirty="0" err="1">
                <a:solidFill>
                  <a:schemeClr val="tx1"/>
                </a:solidFill>
              </a:rPr>
              <a:t>basePrice</a:t>
            </a:r>
            <a:r>
              <a:rPr lang="en-US" altLang="ja-JP" sz="1680" b="1" dirty="0">
                <a:solidFill>
                  <a:schemeClr val="tx1"/>
                </a:solidFill>
              </a:rPr>
              <a:t>}"&gt;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&lt;option </a:t>
            </a:r>
            <a:r>
              <a:rPr lang="en-US" altLang="ja-JP" sz="1680" b="1" dirty="0" err="1">
                <a:solidFill>
                  <a:schemeClr val="tx1"/>
                </a:solidFill>
              </a:rPr>
              <a:t>th:each</a:t>
            </a:r>
            <a:r>
              <a:rPr lang="en-US" altLang="ja-JP" sz="1680" b="1" dirty="0">
                <a:solidFill>
                  <a:schemeClr val="tx1"/>
                </a:solidFill>
              </a:rPr>
              <a:t>=“price  :  ${</a:t>
            </a:r>
            <a:r>
              <a:rPr lang="en-US" altLang="ja-JP" sz="1680" b="1" dirty="0">
                <a:solidFill>
                  <a:srgbClr val="0070C0"/>
                </a:solidFill>
              </a:rPr>
              <a:t>CL_BASE_PRICE</a:t>
            </a:r>
            <a:r>
              <a:rPr lang="en-US" altLang="ja-JP" sz="1680" b="1" dirty="0">
                <a:solidFill>
                  <a:schemeClr val="tx1"/>
                </a:solidFill>
              </a:rPr>
              <a:t>}“</a:t>
            </a:r>
          </a:p>
          <a:p>
            <a:r>
              <a:rPr lang="en-US" altLang="ja-JP" sz="1680" b="1" dirty="0">
                <a:solidFill>
                  <a:srgbClr val="0070C0"/>
                </a:solidFill>
              </a:rPr>
              <a:t>     </a:t>
            </a:r>
            <a:r>
              <a:rPr lang="en-US" altLang="ja-JP" sz="1680" b="1" dirty="0">
                <a:solidFill>
                  <a:schemeClr val="tx1"/>
                </a:solidFill>
              </a:rPr>
              <a:t> </a:t>
            </a:r>
            <a:r>
              <a:rPr lang="en-US" altLang="ja-JP" sz="1680" b="1" dirty="0" err="1">
                <a:solidFill>
                  <a:schemeClr val="tx1"/>
                </a:solidFill>
              </a:rPr>
              <a:t>th:value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price.key</a:t>
            </a:r>
            <a:r>
              <a:rPr lang="en-US" altLang="ja-JP" sz="1680" b="1" dirty="0">
                <a:solidFill>
                  <a:schemeClr val="tx1"/>
                </a:solidFill>
              </a:rPr>
              <a:t>}“ 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  </a:t>
            </a:r>
            <a:r>
              <a:rPr lang="en-US" altLang="ja-JP" sz="1680" b="1" dirty="0" err="1">
                <a:solidFill>
                  <a:schemeClr val="tx1"/>
                </a:solidFill>
              </a:rPr>
              <a:t>th:text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price.value</a:t>
            </a:r>
            <a:r>
              <a:rPr lang="en-US" altLang="ja-JP" sz="1680" b="1" dirty="0">
                <a:solidFill>
                  <a:schemeClr val="tx1"/>
                </a:solidFill>
              </a:rPr>
              <a:t>}"&gt;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  Order Status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&lt;/option&gt;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&lt;/select&gt;</a:t>
            </a:r>
          </a:p>
        </p:txBody>
      </p:sp>
      <p:cxnSp>
        <p:nvCxnSpPr>
          <p:cNvPr id="20" name="図形 26">
            <a:extLst>
              <a:ext uri="{FF2B5EF4-FFF2-40B4-BE49-F238E27FC236}">
                <a16:creationId xmlns:a16="http://schemas.microsoft.com/office/drawing/2014/main" id="{8481C243-A0E3-BB08-412B-358DFA1492CA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379858" y="286997"/>
            <a:ext cx="158273" cy="7326943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57B84D1-A7AF-3C08-6322-825CA17C384C}"/>
              </a:ext>
            </a:extLst>
          </p:cNvPr>
          <p:cNvSpPr/>
          <p:nvPr/>
        </p:nvSpPr>
        <p:spPr>
          <a:xfrm>
            <a:off x="392034" y="-1956149"/>
            <a:ext cx="6222913" cy="5411443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b="1" dirty="0">
                <a:solidFill>
                  <a:schemeClr val="tx1"/>
                </a:solidFill>
              </a:rPr>
              <a:t>@Bean("</a:t>
            </a:r>
            <a:r>
              <a:rPr lang="en-US" altLang="ja-JP" sz="1400" b="1" dirty="0">
                <a:solidFill>
                  <a:srgbClr val="0070C0"/>
                </a:solidFill>
              </a:rPr>
              <a:t>CL_BASE_PRICE</a:t>
            </a:r>
            <a:r>
              <a:rPr lang="en-US" altLang="ja-JP" sz="1400" b="1" dirty="0">
                <a:solidFill>
                  <a:schemeClr val="tx1"/>
                </a:solidFill>
              </a:rPr>
              <a:t>")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public SimpleI18nCodeList cLI18nPrice() {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Map&lt;Locale, </a:t>
            </a:r>
            <a:r>
              <a:rPr lang="en-US" altLang="ja-JP" sz="1400" b="1" dirty="0" err="1">
                <a:solidFill>
                  <a:schemeClr val="tx1"/>
                </a:solidFill>
              </a:rPr>
              <a:t>CodeList</a:t>
            </a:r>
            <a:r>
              <a:rPr lang="en-US" altLang="ja-JP" sz="1400" b="1" dirty="0">
                <a:solidFill>
                  <a:schemeClr val="tx1"/>
                </a:solidFill>
              </a:rPr>
              <a:t>&gt; rows = new </a:t>
            </a:r>
            <a:r>
              <a:rPr lang="en-US" altLang="ja-JP" sz="1400" b="1" dirty="0" err="1">
                <a:solidFill>
                  <a:schemeClr val="tx1"/>
                </a:solidFill>
              </a:rPr>
              <a:t>LinkedHashMap</a:t>
            </a:r>
            <a:r>
              <a:rPr lang="en-US" altLang="ja-JP" sz="1400" b="1" dirty="0">
                <a:solidFill>
                  <a:schemeClr val="tx1"/>
                </a:solidFill>
              </a:rPr>
              <a:t>&lt;&gt;();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</a:t>
            </a:r>
            <a:r>
              <a:rPr lang="en-US" altLang="ja-JP" sz="1400" b="1" dirty="0" err="1">
                <a:solidFill>
                  <a:schemeClr val="tx1"/>
                </a:solidFill>
              </a:rPr>
              <a:t>rows.put</a:t>
            </a:r>
            <a:r>
              <a:rPr lang="en-US" altLang="ja-JP" sz="1400" b="1" dirty="0">
                <a:solidFill>
                  <a:schemeClr val="tx1"/>
                </a:solidFill>
              </a:rPr>
              <a:t>(</a:t>
            </a:r>
            <a:r>
              <a:rPr lang="en-US" altLang="ja-JP" sz="1400" b="1" dirty="0" err="1">
                <a:solidFill>
                  <a:schemeClr val="tx1"/>
                </a:solidFill>
              </a:rPr>
              <a:t>Locale.ENGLISH</a:t>
            </a:r>
            <a:r>
              <a:rPr lang="en-US" altLang="ja-JP" sz="1400" b="1" dirty="0">
                <a:solidFill>
                  <a:schemeClr val="tx1"/>
                </a:solidFill>
              </a:rPr>
              <a:t>, </a:t>
            </a:r>
            <a:r>
              <a:rPr lang="en-US" altLang="ja-JP" sz="1400" b="1" dirty="0" err="1">
                <a:solidFill>
                  <a:schemeClr val="tx1"/>
                </a:solidFill>
              </a:rPr>
              <a:t>cLPriceEn</a:t>
            </a:r>
            <a:r>
              <a:rPr lang="en-US" altLang="ja-JP" sz="1400" b="1" dirty="0">
                <a:solidFill>
                  <a:schemeClr val="tx1"/>
                </a:solidFill>
              </a:rPr>
              <a:t>());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</a:t>
            </a:r>
            <a:r>
              <a:rPr lang="en-US" altLang="ja-JP" sz="1400" b="1" dirty="0" err="1">
                <a:solidFill>
                  <a:schemeClr val="tx1"/>
                </a:solidFill>
              </a:rPr>
              <a:t>rows.put</a:t>
            </a:r>
            <a:r>
              <a:rPr lang="en-US" altLang="ja-JP" sz="1400" b="1" dirty="0">
                <a:solidFill>
                  <a:schemeClr val="tx1"/>
                </a:solidFill>
              </a:rPr>
              <a:t>(</a:t>
            </a:r>
            <a:r>
              <a:rPr lang="en-US" altLang="ja-JP" sz="1400" b="1" dirty="0" err="1">
                <a:solidFill>
                  <a:schemeClr val="tx1"/>
                </a:solidFill>
              </a:rPr>
              <a:t>Locale.JAPANESE</a:t>
            </a:r>
            <a:r>
              <a:rPr lang="en-US" altLang="ja-JP" sz="1400" b="1" dirty="0">
                <a:solidFill>
                  <a:schemeClr val="tx1"/>
                </a:solidFill>
              </a:rPr>
              <a:t>, </a:t>
            </a:r>
            <a:r>
              <a:rPr lang="en-US" altLang="ja-JP" sz="1400" b="1" dirty="0" err="1">
                <a:solidFill>
                  <a:schemeClr val="tx1"/>
                </a:solidFill>
              </a:rPr>
              <a:t>cLPriceJa</a:t>
            </a:r>
            <a:r>
              <a:rPr lang="en-US" altLang="ja-JP" sz="1400" b="1" dirty="0">
                <a:solidFill>
                  <a:schemeClr val="tx1"/>
                </a:solidFill>
              </a:rPr>
              <a:t>());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SimpleI18nCodeList bean = new SimpleI18nCodeList();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</a:t>
            </a:r>
            <a:r>
              <a:rPr lang="en-US" altLang="ja-JP" sz="1400" b="1" dirty="0" err="1">
                <a:solidFill>
                  <a:schemeClr val="tx1"/>
                </a:solidFill>
              </a:rPr>
              <a:t>bean.setRowsByCodeList</a:t>
            </a:r>
            <a:r>
              <a:rPr lang="en-US" altLang="ja-JP" sz="1400" b="1" dirty="0">
                <a:solidFill>
                  <a:schemeClr val="tx1"/>
                </a:solidFill>
              </a:rPr>
              <a:t>(rows);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return bean;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}</a:t>
            </a:r>
          </a:p>
          <a:p>
            <a:r>
              <a:rPr lang="en-US" altLang="ja-JP" sz="1400" b="1" i="1" dirty="0">
                <a:solidFill>
                  <a:schemeClr val="tx1"/>
                </a:solidFill>
              </a:rPr>
              <a:t>@Bean("</a:t>
            </a:r>
            <a:r>
              <a:rPr lang="en-US" altLang="ja-JP" sz="1400" b="1" i="1" dirty="0">
                <a:solidFill>
                  <a:srgbClr val="0070C0"/>
                </a:solidFill>
              </a:rPr>
              <a:t>CL</a:t>
            </a:r>
            <a:r>
              <a:rPr lang="en-US" altLang="ja-JP" sz="1400" b="1" dirty="0">
                <a:solidFill>
                  <a:srgbClr val="0070C0"/>
                </a:solidFill>
              </a:rPr>
              <a:t> _BASE </a:t>
            </a:r>
            <a:r>
              <a:rPr lang="en-US" altLang="ja-JP" sz="1400" b="1" i="1" dirty="0">
                <a:solidFill>
                  <a:srgbClr val="0070C0"/>
                </a:solidFill>
              </a:rPr>
              <a:t>_PRICE_EN</a:t>
            </a:r>
            <a:r>
              <a:rPr lang="en-US" altLang="ja-JP" sz="1400" b="1" i="1" dirty="0">
                <a:solidFill>
                  <a:schemeClr val="tx1"/>
                </a:solidFill>
              </a:rPr>
              <a:t>")</a:t>
            </a:r>
          </a:p>
          <a:p>
            <a:r>
              <a:rPr lang="en-US" altLang="ja-JP" sz="1400" b="1" i="1" dirty="0">
                <a:solidFill>
                  <a:schemeClr val="tx1"/>
                </a:solidFill>
              </a:rPr>
              <a:t>public 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SimpleMapCodeList</a:t>
            </a:r>
            <a:r>
              <a:rPr lang="en-US" altLang="ja-JP" sz="1400" b="1" i="1" dirty="0">
                <a:solidFill>
                  <a:schemeClr val="tx1"/>
                </a:solidFill>
              </a:rPr>
              <a:t> 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cLPriceEn</a:t>
            </a:r>
            <a:r>
              <a:rPr lang="en-US" altLang="ja-JP" sz="1400" b="1" i="1" dirty="0">
                <a:solidFill>
                  <a:schemeClr val="tx1"/>
                </a:solidFill>
              </a:rPr>
              <a:t>() {</a:t>
            </a:r>
          </a:p>
          <a:p>
            <a:r>
              <a:rPr lang="en-US" altLang="ja-JP" sz="1400" b="1" i="1" dirty="0">
                <a:solidFill>
                  <a:schemeClr val="tx1"/>
                </a:solidFill>
              </a:rPr>
              <a:t>    Map&lt;String, String&gt; 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enMap</a:t>
            </a:r>
            <a:r>
              <a:rPr lang="en-US" altLang="ja-JP" sz="1400" b="1" i="1" dirty="0">
                <a:solidFill>
                  <a:schemeClr val="tx1"/>
                </a:solidFill>
              </a:rPr>
              <a:t> = new 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LinkedHashMap</a:t>
            </a:r>
            <a:r>
              <a:rPr lang="en-US" altLang="ja-JP" sz="1400" b="1" i="1" dirty="0">
                <a:solidFill>
                  <a:schemeClr val="tx1"/>
                </a:solidFill>
              </a:rPr>
              <a:t>&lt;&gt;();</a:t>
            </a:r>
          </a:p>
          <a:p>
            <a:r>
              <a:rPr lang="en-US" altLang="ja-JP" sz="1400" b="1" i="1" dirty="0">
                <a:solidFill>
                  <a:schemeClr val="tx1"/>
                </a:solidFill>
              </a:rPr>
              <a:t>    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enMap.put</a:t>
            </a:r>
            <a:r>
              <a:rPr lang="en-US" altLang="ja-JP" sz="1400" b="1" i="1" dirty="0">
                <a:solidFill>
                  <a:schemeClr val="tx1"/>
                </a:solidFill>
              </a:rPr>
              <a:t>("0", "unlimited");</a:t>
            </a:r>
          </a:p>
          <a:p>
            <a:r>
              <a:rPr lang="en-US" altLang="ja-JP" sz="1400" b="1" i="1" dirty="0">
                <a:solidFill>
                  <a:schemeClr val="tx1"/>
                </a:solidFill>
              </a:rPr>
              <a:t>    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enMap.put</a:t>
            </a:r>
            <a:r>
              <a:rPr lang="en-US" altLang="ja-JP" sz="1400" b="1" i="1" dirty="0">
                <a:solidFill>
                  <a:schemeClr val="tx1"/>
                </a:solidFill>
              </a:rPr>
              <a:t>("10000", "Less than \\10,000");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&lt;!-- omitted --</a:t>
            </a:r>
            <a:r>
              <a:rPr lang="en-US" altLang="ja-JP" sz="1400" b="1" i="1" dirty="0">
                <a:solidFill>
                  <a:schemeClr val="tx1"/>
                </a:solidFill>
              </a:rPr>
              <a:t>&gt;</a:t>
            </a:r>
          </a:p>
          <a:p>
            <a:r>
              <a:rPr lang="en-US" altLang="ja-JP" sz="1400" b="1" i="1" dirty="0">
                <a:solidFill>
                  <a:schemeClr val="tx1"/>
                </a:solidFill>
              </a:rPr>
              <a:t>    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SimpleMapCodeList</a:t>
            </a:r>
            <a:r>
              <a:rPr lang="en-US" altLang="ja-JP" sz="1400" b="1" i="1" dirty="0">
                <a:solidFill>
                  <a:schemeClr val="tx1"/>
                </a:solidFill>
              </a:rPr>
              <a:t> bean = new 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SimpleMapCodeList</a:t>
            </a:r>
            <a:r>
              <a:rPr lang="en-US" altLang="ja-JP" sz="1400" b="1" i="1" dirty="0">
                <a:solidFill>
                  <a:schemeClr val="tx1"/>
                </a:solidFill>
              </a:rPr>
              <a:t>();</a:t>
            </a:r>
          </a:p>
          <a:p>
            <a:r>
              <a:rPr lang="en-US" altLang="ja-JP" sz="1400" b="1" i="1" dirty="0">
                <a:solidFill>
                  <a:schemeClr val="tx1"/>
                </a:solidFill>
              </a:rPr>
              <a:t>    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bean.setMap</a:t>
            </a:r>
            <a:r>
              <a:rPr lang="en-US" altLang="ja-JP" sz="1400" b="1" i="1" dirty="0">
                <a:solidFill>
                  <a:schemeClr val="tx1"/>
                </a:solidFill>
              </a:rPr>
              <a:t>(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enMap</a:t>
            </a:r>
            <a:r>
              <a:rPr lang="en-US" altLang="ja-JP" sz="1400" b="1" i="1" dirty="0">
                <a:solidFill>
                  <a:schemeClr val="tx1"/>
                </a:solidFill>
              </a:rPr>
              <a:t>);</a:t>
            </a:r>
          </a:p>
          <a:p>
            <a:r>
              <a:rPr lang="en-US" altLang="ja-JP" sz="1400" b="1" i="1" dirty="0">
                <a:solidFill>
                  <a:schemeClr val="tx1"/>
                </a:solidFill>
              </a:rPr>
              <a:t>    return bean;</a:t>
            </a:r>
          </a:p>
          <a:p>
            <a:r>
              <a:rPr lang="en-US" altLang="ja-JP" sz="1400" b="1" i="1" dirty="0">
                <a:solidFill>
                  <a:schemeClr val="tx1"/>
                </a:solidFill>
              </a:rPr>
              <a:t>}</a:t>
            </a:r>
          </a:p>
          <a:p>
            <a:r>
              <a:rPr lang="en-US" altLang="ja-JP" sz="1400" b="1" i="1" dirty="0">
                <a:solidFill>
                  <a:schemeClr val="tx1"/>
                </a:solidFill>
              </a:rPr>
              <a:t>@Bean("</a:t>
            </a:r>
            <a:r>
              <a:rPr lang="en-US" altLang="ja-JP" sz="1400" b="1" i="1" dirty="0">
                <a:solidFill>
                  <a:srgbClr val="0070C0"/>
                </a:solidFill>
              </a:rPr>
              <a:t>CL</a:t>
            </a:r>
            <a:r>
              <a:rPr lang="en-US" altLang="ja-JP" sz="1400" b="1" dirty="0">
                <a:solidFill>
                  <a:srgbClr val="0070C0"/>
                </a:solidFill>
              </a:rPr>
              <a:t> _BASE </a:t>
            </a:r>
            <a:r>
              <a:rPr lang="en-US" altLang="ja-JP" sz="1400" b="1" i="1" dirty="0">
                <a:solidFill>
                  <a:srgbClr val="0070C0"/>
                </a:solidFill>
              </a:rPr>
              <a:t>_PRICE_JA</a:t>
            </a:r>
            <a:r>
              <a:rPr lang="en-US" altLang="ja-JP" sz="1400" b="1" i="1" dirty="0">
                <a:solidFill>
                  <a:schemeClr val="tx1"/>
                </a:solidFill>
              </a:rPr>
              <a:t>")</a:t>
            </a:r>
          </a:p>
          <a:p>
            <a:r>
              <a:rPr lang="en-US" altLang="ja-JP" sz="1400" b="1" i="1" dirty="0">
                <a:solidFill>
                  <a:schemeClr val="tx1"/>
                </a:solidFill>
              </a:rPr>
              <a:t>public 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SimpleMapCodeList</a:t>
            </a:r>
            <a:r>
              <a:rPr lang="en-US" altLang="ja-JP" sz="1400" b="1" i="1" dirty="0">
                <a:solidFill>
                  <a:schemeClr val="tx1"/>
                </a:solidFill>
              </a:rPr>
              <a:t> 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cLPriceJa</a:t>
            </a:r>
            <a:r>
              <a:rPr lang="en-US" altLang="ja-JP" sz="1400" b="1" i="1" dirty="0">
                <a:solidFill>
                  <a:schemeClr val="tx1"/>
                </a:solidFill>
              </a:rPr>
              <a:t>() {</a:t>
            </a:r>
          </a:p>
          <a:p>
            <a:r>
              <a:rPr lang="en-US" altLang="ja-JP" sz="1400" b="1" i="1" dirty="0">
                <a:solidFill>
                  <a:schemeClr val="tx1"/>
                </a:solidFill>
              </a:rPr>
              <a:t>    Map&lt;String, String&gt; 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jaMap</a:t>
            </a:r>
            <a:r>
              <a:rPr lang="en-US" altLang="ja-JP" sz="1400" b="1" i="1" dirty="0">
                <a:solidFill>
                  <a:schemeClr val="tx1"/>
                </a:solidFill>
              </a:rPr>
              <a:t> = new 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LinkedHashMap</a:t>
            </a:r>
            <a:r>
              <a:rPr lang="en-US" altLang="ja-JP" sz="1400" b="1" i="1" dirty="0">
                <a:solidFill>
                  <a:schemeClr val="tx1"/>
                </a:solidFill>
              </a:rPr>
              <a:t>&lt;&gt;();</a:t>
            </a:r>
          </a:p>
          <a:p>
            <a:r>
              <a:rPr lang="en-US" altLang="ja-JP" sz="1400" b="1" i="1" dirty="0">
                <a:solidFill>
                  <a:schemeClr val="tx1"/>
                </a:solidFill>
              </a:rPr>
              <a:t>    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jaMap.put</a:t>
            </a:r>
            <a:r>
              <a:rPr lang="en-US" altLang="ja-JP" sz="1400" b="1" i="1" dirty="0">
                <a:solidFill>
                  <a:schemeClr val="tx1"/>
                </a:solidFill>
              </a:rPr>
              <a:t>("0", "</a:t>
            </a:r>
            <a:r>
              <a:rPr lang="ja-JP" altLang="en-US" sz="1400" b="1" i="1" dirty="0">
                <a:solidFill>
                  <a:schemeClr val="tx1"/>
                </a:solidFill>
              </a:rPr>
              <a:t>上限なし</a:t>
            </a:r>
            <a:r>
              <a:rPr lang="en-US" altLang="ja-JP" sz="1400" b="1" i="1" dirty="0">
                <a:solidFill>
                  <a:schemeClr val="tx1"/>
                </a:solidFill>
              </a:rPr>
              <a:t>");</a:t>
            </a:r>
          </a:p>
          <a:p>
            <a:r>
              <a:rPr lang="en-US" altLang="ja-JP" sz="1400" b="1" i="1" dirty="0">
                <a:solidFill>
                  <a:schemeClr val="tx1"/>
                </a:solidFill>
              </a:rPr>
              <a:t>    </a:t>
            </a:r>
            <a:r>
              <a:rPr lang="en-US" altLang="ja-JP" sz="1400" b="1" i="1" dirty="0" err="1">
                <a:solidFill>
                  <a:schemeClr val="tx1"/>
                </a:solidFill>
              </a:rPr>
              <a:t>jaMap.put</a:t>
            </a:r>
            <a:r>
              <a:rPr lang="en-US" altLang="ja-JP" sz="1400" b="1" i="1" dirty="0">
                <a:solidFill>
                  <a:schemeClr val="tx1"/>
                </a:solidFill>
              </a:rPr>
              <a:t>("10000", "10,000</a:t>
            </a:r>
            <a:r>
              <a:rPr lang="ja-JP" altLang="en-US" sz="1400" b="1" i="1" dirty="0">
                <a:solidFill>
                  <a:schemeClr val="tx1"/>
                </a:solidFill>
              </a:rPr>
              <a:t>円以下</a:t>
            </a:r>
            <a:r>
              <a:rPr lang="en-US" altLang="ja-JP" sz="1400" b="1" i="1" dirty="0">
                <a:solidFill>
                  <a:schemeClr val="tx1"/>
                </a:solidFill>
              </a:rPr>
              <a:t>");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&lt;!-- omitted --</a:t>
            </a:r>
            <a:r>
              <a:rPr lang="en-US" altLang="ja-JP" sz="1400" b="1" i="1" dirty="0">
                <a:solidFill>
                  <a:schemeClr val="tx1"/>
                </a:solidFill>
              </a:rPr>
              <a:t>&gt;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7323CBB-4FF6-1743-7718-A9C2851DB48B}"/>
              </a:ext>
            </a:extLst>
          </p:cNvPr>
          <p:cNvSpPr/>
          <p:nvPr/>
        </p:nvSpPr>
        <p:spPr>
          <a:xfrm>
            <a:off x="289104" y="-2216861"/>
            <a:ext cx="3587116" cy="25558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CodelistConfig.java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0A4097B2-355E-C35B-40A2-00623D45C7BA}"/>
              </a:ext>
            </a:extLst>
          </p:cNvPr>
          <p:cNvSpPr/>
          <p:nvPr/>
        </p:nvSpPr>
        <p:spPr>
          <a:xfrm>
            <a:off x="443120" y="41281"/>
            <a:ext cx="4439341" cy="2081581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19" name="図形 16">
            <a:extLst>
              <a:ext uri="{FF2B5EF4-FFF2-40B4-BE49-F238E27FC236}">
                <a16:creationId xmlns:a16="http://schemas.microsoft.com/office/drawing/2014/main" id="{D6979D3F-68D4-6667-B785-AE97B05EC8EE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>
            <a:off x="780909" y="1082072"/>
            <a:ext cx="4101552" cy="3740768"/>
          </a:xfrm>
          <a:prstGeom prst="bentConnector5">
            <a:avLst>
              <a:gd name="adj1" fmla="val -11076"/>
              <a:gd name="adj2" fmla="val 70609"/>
              <a:gd name="adj3" fmla="val 105573"/>
            </a:avLst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6EC77555-0545-A02C-B3A5-5D53F79A7BCB}"/>
              </a:ext>
            </a:extLst>
          </p:cNvPr>
          <p:cNvSpPr/>
          <p:nvPr/>
        </p:nvSpPr>
        <p:spPr>
          <a:xfrm>
            <a:off x="443122" y="2154319"/>
            <a:ext cx="4439343" cy="1252733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30" name="図形 90">
            <a:extLst>
              <a:ext uri="{FF2B5EF4-FFF2-40B4-BE49-F238E27FC236}">
                <a16:creationId xmlns:a16="http://schemas.microsoft.com/office/drawing/2014/main" id="{992D8B39-CE16-007B-30D6-C1389E8EE301}"/>
              </a:ext>
            </a:extLst>
          </p:cNvPr>
          <p:cNvCxnSpPr>
            <a:cxnSpLocks/>
            <a:stCxn id="29" idx="3"/>
            <a:endCxn id="89" idx="1"/>
          </p:cNvCxnSpPr>
          <p:nvPr/>
        </p:nvCxnSpPr>
        <p:spPr>
          <a:xfrm flipH="1">
            <a:off x="780910" y="2780686"/>
            <a:ext cx="4101555" cy="2358206"/>
          </a:xfrm>
          <a:prstGeom prst="bentConnector5">
            <a:avLst>
              <a:gd name="adj1" fmla="val -5573"/>
              <a:gd name="adj2" fmla="val 33976"/>
              <a:gd name="adj3" fmla="val 110935"/>
            </a:avLst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F8DF15A-9FB3-525F-928A-9A7CBC84B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7B18396-CC36-D3CD-4B01-88D3ED4E90FA}"/>
              </a:ext>
            </a:extLst>
          </p:cNvPr>
          <p:cNvSpPr/>
          <p:nvPr/>
        </p:nvSpPr>
        <p:spPr>
          <a:xfrm>
            <a:off x="417127" y="-1707073"/>
            <a:ext cx="9970845" cy="5193746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400" b="1" dirty="0">
                <a:solidFill>
                  <a:schemeClr val="tx1"/>
                </a:solidFill>
              </a:rPr>
              <a:t>&lt;bean id="</a:t>
            </a:r>
            <a:r>
              <a:rPr lang="en-US" altLang="ja-JP" sz="1400" b="1" dirty="0">
                <a:solidFill>
                  <a:srgbClr val="0070C0"/>
                </a:solidFill>
              </a:rPr>
              <a:t>CL_BASE_PRICE</a:t>
            </a:r>
            <a:r>
              <a:rPr lang="en-US" altLang="ja-JP" sz="1400" b="1" dirty="0">
                <a:solidFill>
                  <a:schemeClr val="tx1"/>
                </a:solidFill>
              </a:rPr>
              <a:t>"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class="org.terasoluna.gfw.common.codelist.i18n.SimpleI18nCodeList"&gt;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&lt;property name="</a:t>
            </a:r>
            <a:r>
              <a:rPr lang="en-US" altLang="ja-JP" sz="1400" b="1" dirty="0" err="1">
                <a:solidFill>
                  <a:schemeClr val="tx1"/>
                </a:solidFill>
              </a:rPr>
              <a:t>rowsByCodeList</a:t>
            </a:r>
            <a:r>
              <a:rPr lang="en-US" altLang="ja-JP" sz="1400" b="1" dirty="0">
                <a:solidFill>
                  <a:schemeClr val="tx1"/>
                </a:solidFill>
              </a:rPr>
              <a:t>"&gt;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    &lt;</a:t>
            </a:r>
            <a:r>
              <a:rPr lang="en-US" altLang="ja-JP" sz="1400" b="1" dirty="0" err="1">
                <a:solidFill>
                  <a:schemeClr val="tx1"/>
                </a:solidFill>
              </a:rPr>
              <a:t>util:map</a:t>
            </a:r>
            <a:r>
              <a:rPr lang="en-US" altLang="ja-JP" sz="1400" b="1" dirty="0">
                <a:solidFill>
                  <a:schemeClr val="tx1"/>
                </a:solidFill>
              </a:rPr>
              <a:t>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        &lt;entry key="</a:t>
            </a:r>
            <a:r>
              <a:rPr lang="en-US" altLang="ja-JP" sz="1400" b="1" dirty="0" err="1">
                <a:solidFill>
                  <a:schemeClr val="tx1"/>
                </a:solidFill>
              </a:rPr>
              <a:t>en</a:t>
            </a:r>
            <a:r>
              <a:rPr lang="en-US" altLang="ja-JP" sz="1400" b="1" dirty="0">
                <a:solidFill>
                  <a:schemeClr val="tx1"/>
                </a:solidFill>
              </a:rPr>
              <a:t>" value-ref="CL_PRICE_EN" /&gt;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        &lt;entry key="ja" value-ref="CL_PRICE_JA" /&gt;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    &lt;/</a:t>
            </a:r>
            <a:r>
              <a:rPr lang="en-US" altLang="ja-JP" sz="1400" b="1" dirty="0" err="1">
                <a:solidFill>
                  <a:schemeClr val="tx1"/>
                </a:solidFill>
              </a:rPr>
              <a:t>util:map</a:t>
            </a:r>
            <a:r>
              <a:rPr lang="en-US" altLang="ja-JP" sz="1400" b="1" dirty="0">
                <a:solidFill>
                  <a:schemeClr val="tx1"/>
                </a:solidFill>
              </a:rPr>
              <a:t>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&lt;/property&gt;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&lt;/bean&gt;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&lt;bean id="</a:t>
            </a:r>
            <a:r>
              <a:rPr lang="en-US" altLang="ja-JP" sz="1400" b="1" dirty="0">
                <a:solidFill>
                  <a:srgbClr val="0070C0"/>
                </a:solidFill>
              </a:rPr>
              <a:t>CL_BASE_PRICE_EN</a:t>
            </a:r>
            <a:r>
              <a:rPr lang="en-US" altLang="ja-JP" sz="1400" b="1" dirty="0">
                <a:solidFill>
                  <a:schemeClr val="tx1"/>
                </a:solidFill>
              </a:rPr>
              <a:t>" class="</a:t>
            </a:r>
            <a:r>
              <a:rPr lang="en-US" altLang="ja-JP" sz="1400" b="1" dirty="0" err="1">
                <a:solidFill>
                  <a:schemeClr val="tx1"/>
                </a:solidFill>
              </a:rPr>
              <a:t>org.terasoluna.gfw.common.codelist.SimpleMapCodeList</a:t>
            </a:r>
            <a:r>
              <a:rPr lang="en-US" altLang="ja-JP" sz="1400" b="1" dirty="0">
                <a:solidFill>
                  <a:schemeClr val="tx1"/>
                </a:solidFill>
              </a:rPr>
              <a:t>"&gt;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&lt;property name="map"&gt;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    &lt;</a:t>
            </a:r>
            <a:r>
              <a:rPr lang="en-US" altLang="ja-JP" sz="1400" b="1" dirty="0" err="1">
                <a:solidFill>
                  <a:schemeClr val="tx1"/>
                </a:solidFill>
              </a:rPr>
              <a:t>util:map</a:t>
            </a:r>
            <a:r>
              <a:rPr lang="en-US" altLang="ja-JP" sz="1400" b="1" dirty="0">
                <a:solidFill>
                  <a:schemeClr val="tx1"/>
                </a:solidFill>
              </a:rPr>
              <a:t>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        &lt;entry key="0" value="unlimited" /&gt;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        &lt;entry key="10000" value="Less than \10,000" /&gt;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        &lt;!-- omitted --</a:t>
            </a:r>
            <a:r>
              <a:rPr lang="en-US" altLang="ja-JP" sz="1400" b="1" i="1" dirty="0">
                <a:solidFill>
                  <a:schemeClr val="tx1"/>
                </a:solidFill>
              </a:rPr>
              <a:t>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    &lt;/</a:t>
            </a:r>
            <a:r>
              <a:rPr lang="en-US" altLang="ja-JP" sz="1400" b="1" dirty="0" err="1">
                <a:solidFill>
                  <a:schemeClr val="tx1"/>
                </a:solidFill>
              </a:rPr>
              <a:t>util:map</a:t>
            </a:r>
            <a:r>
              <a:rPr lang="en-US" altLang="ja-JP" sz="1400" b="1" dirty="0">
                <a:solidFill>
                  <a:schemeClr val="tx1"/>
                </a:solidFill>
              </a:rPr>
              <a:t>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&lt;/property&gt;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&lt;/bean&gt;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&lt;bean id="</a:t>
            </a:r>
            <a:r>
              <a:rPr lang="en-US" altLang="ja-JP" sz="1400" b="1" dirty="0">
                <a:solidFill>
                  <a:srgbClr val="0070C0"/>
                </a:solidFill>
              </a:rPr>
              <a:t>CL_BASE_PRICE_JA</a:t>
            </a:r>
            <a:r>
              <a:rPr lang="en-US" altLang="ja-JP" sz="1400" b="1" dirty="0">
                <a:solidFill>
                  <a:schemeClr val="tx1"/>
                </a:solidFill>
              </a:rPr>
              <a:t>" class="</a:t>
            </a:r>
            <a:r>
              <a:rPr lang="en-US" altLang="ja-JP" sz="1400" b="1" dirty="0" err="1">
                <a:solidFill>
                  <a:schemeClr val="tx1"/>
                </a:solidFill>
              </a:rPr>
              <a:t>org.terasoluna.gfw.common.codelist.SimpleMapCodeList</a:t>
            </a:r>
            <a:r>
              <a:rPr lang="en-US" altLang="ja-JP" sz="1400" b="1" dirty="0">
                <a:solidFill>
                  <a:schemeClr val="tx1"/>
                </a:solidFill>
              </a:rPr>
              <a:t>"&gt;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&lt;property name="map"&gt;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    &lt;</a:t>
            </a:r>
            <a:r>
              <a:rPr lang="en-US" altLang="ja-JP" sz="1400" b="1" dirty="0" err="1">
                <a:solidFill>
                  <a:schemeClr val="tx1"/>
                </a:solidFill>
              </a:rPr>
              <a:t>util:map</a:t>
            </a:r>
            <a:r>
              <a:rPr lang="en-US" altLang="ja-JP" sz="1400" b="1" dirty="0">
                <a:solidFill>
                  <a:schemeClr val="tx1"/>
                </a:solidFill>
              </a:rPr>
              <a:t>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        &lt;entry key="0" value="</a:t>
            </a:r>
            <a:r>
              <a:rPr lang="ja-JP" altLang="en-US" sz="1400" b="1" dirty="0">
                <a:solidFill>
                  <a:schemeClr val="tx1"/>
                </a:solidFill>
              </a:rPr>
              <a:t>上限なし</a:t>
            </a:r>
            <a:r>
              <a:rPr lang="en-US" altLang="ja-JP" sz="1400" b="1" dirty="0">
                <a:solidFill>
                  <a:schemeClr val="tx1"/>
                </a:solidFill>
              </a:rPr>
              <a:t>" /&gt;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        &lt;entry key="10000" value="10,000</a:t>
            </a:r>
            <a:r>
              <a:rPr lang="ja-JP" altLang="en-US" sz="1400" b="1" dirty="0">
                <a:solidFill>
                  <a:schemeClr val="tx1"/>
                </a:solidFill>
              </a:rPr>
              <a:t>円以下</a:t>
            </a:r>
            <a:r>
              <a:rPr lang="en-US" altLang="ja-JP" sz="1400" b="1" dirty="0">
                <a:solidFill>
                  <a:schemeClr val="tx1"/>
                </a:solidFill>
              </a:rPr>
              <a:t>" /&gt;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&lt;!-- omitted --</a:t>
            </a:r>
            <a:r>
              <a:rPr lang="en-US" altLang="ja-JP" sz="1400" b="1" i="1" dirty="0">
                <a:solidFill>
                  <a:schemeClr val="tx1"/>
                </a:solidFill>
              </a:rPr>
              <a:t>&gt;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718D782-4436-0946-852A-C9853C2B95E0}"/>
              </a:ext>
            </a:extLst>
          </p:cNvPr>
          <p:cNvSpPr/>
          <p:nvPr/>
        </p:nvSpPr>
        <p:spPr>
          <a:xfrm>
            <a:off x="523813" y="4006739"/>
            <a:ext cx="457390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80" b="1" dirty="0">
                <a:solidFill>
                  <a:schemeClr val="tx1"/>
                </a:solidFill>
              </a:rPr>
              <a:t>Map&lt;</a:t>
            </a:r>
            <a:r>
              <a:rPr lang="en-US" altLang="ja-JP" sz="1680" b="1" i="1" dirty="0">
                <a:solidFill>
                  <a:schemeClr val="tx1"/>
                </a:solidFill>
              </a:rPr>
              <a:t>Locale</a:t>
            </a:r>
            <a:r>
              <a:rPr lang="en-US" altLang="ja-JP" sz="1680" b="1" dirty="0">
                <a:solidFill>
                  <a:schemeClr val="tx1"/>
                </a:solidFill>
              </a:rPr>
              <a:t>,</a:t>
            </a:r>
            <a:r>
              <a:rPr lang="en-US" altLang="ja-JP" sz="1680" b="1" i="1" dirty="0">
                <a:solidFill>
                  <a:schemeClr val="tx1"/>
                </a:solidFill>
              </a:rPr>
              <a:t> LinkedHashMap</a:t>
            </a:r>
            <a:r>
              <a:rPr lang="en-US" altLang="ja-JP" sz="1680" b="1" dirty="0">
                <a:solidFill>
                  <a:schemeClr val="tx1"/>
                </a:solidFill>
              </a:rPr>
              <a:t>&gt; </a:t>
            </a:r>
            <a:r>
              <a:rPr lang="en-US" altLang="ja-JP" sz="1680" b="1" dirty="0">
                <a:solidFill>
                  <a:schemeClr val="accent1"/>
                </a:solidFill>
              </a:rPr>
              <a:t>CL_BASE_PRICE</a:t>
            </a:r>
            <a:endParaRPr lang="ja-JP" altLang="en-US" sz="1680" b="1" dirty="0">
              <a:solidFill>
                <a:schemeClr val="accent1"/>
              </a:solidFill>
            </a:endParaRP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71098C1C-3A0D-1E16-30EB-37405E387656}"/>
              </a:ext>
            </a:extLst>
          </p:cNvPr>
          <p:cNvGraphicFramePr>
            <a:graphicFrameLocks noGrp="1"/>
          </p:cNvGraphicFramePr>
          <p:nvPr/>
        </p:nvGraphicFramePr>
        <p:xfrm>
          <a:off x="780909" y="4374784"/>
          <a:ext cx="3587119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7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value(key)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label(value)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en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Map&lt;String,String&gt;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ja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Map&lt;String,String&gt;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8F14CEC-1E00-664E-5C87-13E393F80FC3}"/>
              </a:ext>
            </a:extLst>
          </p:cNvPr>
          <p:cNvSpPr/>
          <p:nvPr/>
        </p:nvSpPr>
        <p:spPr>
          <a:xfrm>
            <a:off x="5097714" y="4004517"/>
            <a:ext cx="4907282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680" b="1" dirty="0">
                <a:solidFill>
                  <a:schemeClr val="tx1"/>
                </a:solidFill>
              </a:rPr>
              <a:t>Map&lt;String,</a:t>
            </a:r>
            <a:r>
              <a:rPr lang="en-US" altLang="ja-JP" sz="1680" b="1" i="1" dirty="0">
                <a:solidFill>
                  <a:schemeClr val="tx1"/>
                </a:solidFill>
              </a:rPr>
              <a:t> String</a:t>
            </a:r>
            <a:r>
              <a:rPr lang="en-US" altLang="ja-JP" sz="1680" b="1" dirty="0">
                <a:solidFill>
                  <a:schemeClr val="tx1"/>
                </a:solidFill>
              </a:rPr>
              <a:t>&gt; </a:t>
            </a:r>
            <a:r>
              <a:rPr lang="en-US" altLang="ja-JP" sz="1680" b="1" dirty="0">
                <a:solidFill>
                  <a:schemeClr val="accent1"/>
                </a:solidFill>
              </a:rPr>
              <a:t>en</a:t>
            </a:r>
            <a:endParaRPr lang="ja-JP" altLang="en-US" sz="1680" b="1" dirty="0">
              <a:solidFill>
                <a:schemeClr val="accent1"/>
              </a:solidFill>
            </a:endParaRPr>
          </a:p>
        </p:txBody>
      </p: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7FA6797C-626D-2E7C-6DB8-B71AB88E1E2C}"/>
              </a:ext>
            </a:extLst>
          </p:cNvPr>
          <p:cNvGraphicFramePr>
            <a:graphicFrameLocks noGrp="1"/>
          </p:cNvGraphicFramePr>
          <p:nvPr/>
        </p:nvGraphicFramePr>
        <p:xfrm>
          <a:off x="5714860" y="4374784"/>
          <a:ext cx="3587119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47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2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value(key)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label(value)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0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unlimited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8704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100" dirty="0"/>
                        <a:t>10000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ja-JP" sz="1100" i="1" dirty="0">
                          <a:solidFill>
                            <a:schemeClr val="tx1"/>
                          </a:solidFill>
                        </a:rPr>
                        <a:t>Less </a:t>
                      </a:r>
                      <a:r>
                        <a:rPr lang="en-US" altLang="ja-JP" sz="1100" i="1">
                          <a:solidFill>
                            <a:schemeClr val="tx1"/>
                          </a:solidFill>
                        </a:rPr>
                        <a:t>than \10,000</a:t>
                      </a:r>
                      <a:endParaRPr kumimoji="1" lang="ja-JP" altLang="en-US" sz="1100" dirty="0"/>
                    </a:p>
                  </a:txBody>
                  <a:tcPr marL="128016" marR="128016" marT="64008" marB="64008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29A402E-F7CD-ECAA-1F81-5D6D33835D1E}"/>
              </a:ext>
            </a:extLst>
          </p:cNvPr>
          <p:cNvSpPr/>
          <p:nvPr/>
        </p:nvSpPr>
        <p:spPr>
          <a:xfrm>
            <a:off x="780910" y="4711385"/>
            <a:ext cx="3587115" cy="264033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D4DC36E-6A0A-A054-8FAF-4CB0D916E3AC}"/>
              </a:ext>
            </a:extLst>
          </p:cNvPr>
          <p:cNvSpPr/>
          <p:nvPr/>
        </p:nvSpPr>
        <p:spPr>
          <a:xfrm>
            <a:off x="5714860" y="4644163"/>
            <a:ext cx="3587115" cy="626745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ECF3A17-0604-CC53-29E6-10EA6741EC2A}"/>
              </a:ext>
            </a:extLst>
          </p:cNvPr>
          <p:cNvSpPr/>
          <p:nvPr/>
        </p:nvSpPr>
        <p:spPr>
          <a:xfrm>
            <a:off x="470641" y="264833"/>
            <a:ext cx="7388845" cy="1887780"/>
          </a:xfrm>
          <a:prstGeom prst="rect">
            <a:avLst/>
          </a:prstGeom>
          <a:noFill/>
          <a:ln w="31750">
            <a:solidFill>
              <a:srgbClr val="00B05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17" name="図形 16">
            <a:extLst>
              <a:ext uri="{FF2B5EF4-FFF2-40B4-BE49-F238E27FC236}">
                <a16:creationId xmlns:a16="http://schemas.microsoft.com/office/drawing/2014/main" id="{355B8FB8-0BBB-BA6F-11A8-20E6709CACBB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H="1">
            <a:off x="780910" y="1208723"/>
            <a:ext cx="7078576" cy="3634679"/>
          </a:xfrm>
          <a:prstGeom prst="bentConnector5">
            <a:avLst>
              <a:gd name="adj1" fmla="val -6566"/>
              <a:gd name="adj2" fmla="val 69763"/>
              <a:gd name="adj3" fmla="val 103229"/>
            </a:avLst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463D45C3-EE8C-26DE-A1FE-A56AE72BB815}"/>
              </a:ext>
            </a:extLst>
          </p:cNvPr>
          <p:cNvSpPr/>
          <p:nvPr/>
        </p:nvSpPr>
        <p:spPr>
          <a:xfrm>
            <a:off x="6625927" y="5780745"/>
            <a:ext cx="5843882" cy="47317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&lt;form:select path=</a:t>
            </a:r>
            <a:r>
              <a:rPr lang="en-US" altLang="ja-JP" sz="1680" b="1" i="1" dirty="0">
                <a:solidFill>
                  <a:schemeClr val="tx1"/>
                </a:solidFill>
              </a:rPr>
              <a:t>"basePrice" items="${</a:t>
            </a:r>
            <a:r>
              <a:rPr lang="en-US" altLang="ja-JP" sz="1680" b="1" i="1" dirty="0">
                <a:solidFill>
                  <a:srgbClr val="0070C0"/>
                </a:solidFill>
              </a:rPr>
              <a:t>CL_BASE_PRICE</a:t>
            </a:r>
            <a:r>
              <a:rPr lang="en-US" altLang="ja-JP" sz="1680" b="1" i="1" dirty="0">
                <a:solidFill>
                  <a:schemeClr val="tx1"/>
                </a:solidFill>
              </a:rPr>
              <a:t>}" /&gt;</a:t>
            </a:r>
            <a:endParaRPr lang="ja-JP" altLang="en-US" sz="1680" b="1" dirty="0">
              <a:solidFill>
                <a:schemeClr val="tx1"/>
              </a:solidFill>
            </a:endParaRPr>
          </a:p>
        </p:txBody>
      </p:sp>
      <p:cxnSp>
        <p:nvCxnSpPr>
          <p:cNvPr id="27" name="図形 26">
            <a:extLst>
              <a:ext uri="{FF2B5EF4-FFF2-40B4-BE49-F238E27FC236}">
                <a16:creationId xmlns:a16="http://schemas.microsoft.com/office/drawing/2014/main" id="{9F34F0D5-A74C-43A8-2F42-645D1D527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5590191" y="1206174"/>
            <a:ext cx="1334721" cy="6935848"/>
          </a:xfrm>
          <a:prstGeom prst="bentConnector3">
            <a:avLst>
              <a:gd name="adj1" fmla="val -10276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AB298B6B-F9B8-A676-8388-81425C8DDAE4}"/>
              </a:ext>
            </a:extLst>
          </p:cNvPr>
          <p:cNvSpPr/>
          <p:nvPr/>
        </p:nvSpPr>
        <p:spPr>
          <a:xfrm>
            <a:off x="7953056" y="5478897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                               JSP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EC8D1596-50CD-7298-B358-C495289AF5F6}"/>
              </a:ext>
            </a:extLst>
          </p:cNvPr>
          <p:cNvSpPr/>
          <p:nvPr/>
        </p:nvSpPr>
        <p:spPr>
          <a:xfrm>
            <a:off x="760109" y="6436296"/>
            <a:ext cx="7440931" cy="1406489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&lt;div class="span-8 last"&gt;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    &lt;select id="basePrice" name="basePrice"&gt;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        &lt;option value="0"&gt;unlimited&lt;/option&gt;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        &lt;option value="10000"&gt;Less than \10,000&lt;/option&gt;</a:t>
            </a:r>
          </a:p>
          <a:p>
            <a:r>
              <a:rPr lang="en-US" altLang="ja-JP" sz="1400" b="1" dirty="0">
                <a:solidFill>
                  <a:schemeClr val="tx1"/>
                </a:solidFill>
              </a:rPr>
              <a:t>        &lt;!-- omitted --&gt;</a:t>
            </a:r>
            <a:endParaRPr lang="en-US" sz="1400" b="1" dirty="0">
              <a:solidFill>
                <a:schemeClr val="tx1"/>
              </a:solidFill>
            </a:endParaRPr>
          </a:p>
          <a:p>
            <a:r>
              <a:rPr lang="en-US" sz="1400" b="1" dirty="0">
                <a:solidFill>
                  <a:schemeClr val="tx1"/>
                </a:solidFill>
              </a:rPr>
              <a:t>&lt;/div&gt;</a:t>
            </a: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89106A01-1CF1-3AB7-4D34-AED22DBFD9FA}"/>
              </a:ext>
            </a:extLst>
          </p:cNvPr>
          <p:cNvSpPr/>
          <p:nvPr/>
        </p:nvSpPr>
        <p:spPr>
          <a:xfrm>
            <a:off x="760098" y="6180698"/>
            <a:ext cx="2050658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html Locale=en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A0B76A0-AD16-A10A-141F-A783B6E4D995}"/>
              </a:ext>
            </a:extLst>
          </p:cNvPr>
          <p:cNvSpPr/>
          <p:nvPr/>
        </p:nvSpPr>
        <p:spPr>
          <a:xfrm>
            <a:off x="760109" y="8129842"/>
            <a:ext cx="7440931" cy="1406489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1"/>
                </a:solidFill>
              </a:rPr>
              <a:t>&lt;div class="span-8 last"&gt;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    &lt;select id="basePrice" name="basePrice"&gt;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        &lt;option value="0"&gt;</a:t>
            </a:r>
            <a:r>
              <a:rPr lang="ja-JP" altLang="en-US" sz="1400" b="1" dirty="0">
                <a:solidFill>
                  <a:schemeClr val="tx1"/>
                </a:solidFill>
              </a:rPr>
              <a:t>上限なし</a:t>
            </a:r>
            <a:r>
              <a:rPr lang="en-US" altLang="ja-JP" sz="1400" b="1" dirty="0">
                <a:solidFill>
                  <a:schemeClr val="tx1"/>
                </a:solidFill>
              </a:rPr>
              <a:t>&lt;/</a:t>
            </a:r>
            <a:r>
              <a:rPr lang="en-US" sz="1400" b="1" dirty="0">
                <a:solidFill>
                  <a:schemeClr val="tx1"/>
                </a:solidFill>
              </a:rPr>
              <a:t>option&gt;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        &lt;option value="10000"&gt;10,000</a:t>
            </a:r>
            <a:r>
              <a:rPr lang="ja-JP" altLang="en-US" sz="1400" b="1" dirty="0">
                <a:solidFill>
                  <a:schemeClr val="tx1"/>
                </a:solidFill>
              </a:rPr>
              <a:t>円以下</a:t>
            </a:r>
            <a:r>
              <a:rPr lang="en-US" altLang="ja-JP" sz="1400" b="1" dirty="0">
                <a:solidFill>
                  <a:schemeClr val="tx1"/>
                </a:solidFill>
              </a:rPr>
              <a:t>&lt;/</a:t>
            </a:r>
            <a:r>
              <a:rPr lang="en-US" sz="1400" b="1" dirty="0">
                <a:solidFill>
                  <a:schemeClr val="tx1"/>
                </a:solidFill>
              </a:rPr>
              <a:t>option&gt;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    &lt;!-- omitted --&gt;</a:t>
            </a:r>
          </a:p>
          <a:p>
            <a:r>
              <a:rPr lang="en-US" sz="1400" b="1" dirty="0">
                <a:solidFill>
                  <a:schemeClr val="tx1"/>
                </a:solidFill>
              </a:rPr>
              <a:t>&lt;/div&gt;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853DBD2E-510E-5FA0-88E3-28353027073F}"/>
              </a:ext>
            </a:extLst>
          </p:cNvPr>
          <p:cNvSpPr/>
          <p:nvPr/>
        </p:nvSpPr>
        <p:spPr>
          <a:xfrm>
            <a:off x="760097" y="7874242"/>
            <a:ext cx="2050660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html Locale=ja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51" name="図形 50">
            <a:extLst>
              <a:ext uri="{FF2B5EF4-FFF2-40B4-BE49-F238E27FC236}">
                <a16:creationId xmlns:a16="http://schemas.microsoft.com/office/drawing/2014/main" id="{930AB39A-A98A-90E5-DABD-762200154C1F}"/>
              </a:ext>
            </a:extLst>
          </p:cNvPr>
          <p:cNvCxnSpPr>
            <a:endCxn id="39" idx="1"/>
          </p:cNvCxnSpPr>
          <p:nvPr/>
        </p:nvCxnSpPr>
        <p:spPr>
          <a:xfrm rot="10800000" flipV="1">
            <a:off x="760101" y="6007173"/>
            <a:ext cx="5865828" cy="301329"/>
          </a:xfrm>
          <a:prstGeom prst="bentConnector3">
            <a:avLst>
              <a:gd name="adj1" fmla="val 104774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図形 51">
            <a:extLst>
              <a:ext uri="{FF2B5EF4-FFF2-40B4-BE49-F238E27FC236}">
                <a16:creationId xmlns:a16="http://schemas.microsoft.com/office/drawing/2014/main" id="{5B707053-B54C-835E-2E6E-CAB9B85FABEC}"/>
              </a:ext>
            </a:extLst>
          </p:cNvPr>
          <p:cNvCxnSpPr>
            <a:cxnSpLocks/>
            <a:endCxn id="46" idx="1"/>
          </p:cNvCxnSpPr>
          <p:nvPr/>
        </p:nvCxnSpPr>
        <p:spPr>
          <a:xfrm rot="10800000" flipV="1">
            <a:off x="760099" y="5861526"/>
            <a:ext cx="5854852" cy="2140510"/>
          </a:xfrm>
          <a:prstGeom prst="bentConnector3">
            <a:avLst>
              <a:gd name="adj1" fmla="val 108329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直線矢印コネクタ 67">
            <a:extLst>
              <a:ext uri="{FF2B5EF4-FFF2-40B4-BE49-F238E27FC236}">
                <a16:creationId xmlns:a16="http://schemas.microsoft.com/office/drawing/2014/main" id="{DF15D301-5541-2E55-5129-72D5B0145FC8}"/>
              </a:ext>
            </a:extLst>
          </p:cNvPr>
          <p:cNvCxnSpPr>
            <a:cxnSpLocks/>
          </p:cNvCxnSpPr>
          <p:nvPr/>
        </p:nvCxnSpPr>
        <p:spPr>
          <a:xfrm>
            <a:off x="8201027" y="7201313"/>
            <a:ext cx="21869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7679A0B2-956D-0170-614A-6F25FEBAAAF0}"/>
              </a:ext>
            </a:extLst>
          </p:cNvPr>
          <p:cNvSpPr/>
          <p:nvPr/>
        </p:nvSpPr>
        <p:spPr>
          <a:xfrm>
            <a:off x="9301973" y="6410217"/>
            <a:ext cx="2920368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Browser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027" name="Picture 3">
            <a:extLst>
              <a:ext uri="{FF2B5EF4-FFF2-40B4-BE49-F238E27FC236}">
                <a16:creationId xmlns:a16="http://schemas.microsoft.com/office/drawing/2014/main" id="{9CB4C5D9-69A2-9C1D-9E74-161DD10FAD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387977" y="7949451"/>
            <a:ext cx="1413511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5BADB4A0-D47B-FC27-D2AA-88A9A6FAFB70}"/>
              </a:ext>
            </a:extLst>
          </p:cNvPr>
          <p:cNvSpPr/>
          <p:nvPr/>
        </p:nvSpPr>
        <p:spPr>
          <a:xfrm>
            <a:off x="9301973" y="7949454"/>
            <a:ext cx="2920368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Browser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02D2C2BC-3C80-70DB-EF08-B01F0FF84902}"/>
              </a:ext>
            </a:extLst>
          </p:cNvPr>
          <p:cNvCxnSpPr>
            <a:stCxn id="45" idx="3"/>
          </p:cNvCxnSpPr>
          <p:nvPr/>
        </p:nvCxnSpPr>
        <p:spPr>
          <a:xfrm>
            <a:off x="8201025" y="8833072"/>
            <a:ext cx="218694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直線矢印コネクタ 77">
            <a:extLst>
              <a:ext uri="{FF2B5EF4-FFF2-40B4-BE49-F238E27FC236}">
                <a16:creationId xmlns:a16="http://schemas.microsoft.com/office/drawing/2014/main" id="{69BEA662-89B4-1246-D462-AAC18EB66019}"/>
              </a:ext>
            </a:extLst>
          </p:cNvPr>
          <p:cNvCxnSpPr>
            <a:cxnSpLocks/>
            <a:stCxn id="11" idx="3"/>
            <a:endCxn id="10" idx="1"/>
          </p:cNvCxnSpPr>
          <p:nvPr/>
        </p:nvCxnSpPr>
        <p:spPr>
          <a:xfrm flipV="1">
            <a:off x="4368025" y="4822840"/>
            <a:ext cx="1346835" cy="20562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A3E909BF-B8CB-3B2F-CC14-F7813B7FD9FE}"/>
              </a:ext>
            </a:extLst>
          </p:cNvPr>
          <p:cNvSpPr/>
          <p:nvPr/>
        </p:nvSpPr>
        <p:spPr>
          <a:xfrm>
            <a:off x="466183" y="2188647"/>
            <a:ext cx="7388846" cy="1257578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sp>
        <p:nvSpPr>
          <p:cNvPr id="89" name="正方形/長方形 88">
            <a:extLst>
              <a:ext uri="{FF2B5EF4-FFF2-40B4-BE49-F238E27FC236}">
                <a16:creationId xmlns:a16="http://schemas.microsoft.com/office/drawing/2014/main" id="{EEBB8487-7EFC-83F2-5AA8-87A5613139D5}"/>
              </a:ext>
            </a:extLst>
          </p:cNvPr>
          <p:cNvSpPr/>
          <p:nvPr/>
        </p:nvSpPr>
        <p:spPr>
          <a:xfrm>
            <a:off x="780910" y="5006875"/>
            <a:ext cx="3587115" cy="264033"/>
          </a:xfrm>
          <a:prstGeom prst="rect">
            <a:avLst/>
          </a:prstGeom>
          <a:noFill/>
          <a:ln w="317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3528" dirty="0"/>
          </a:p>
        </p:txBody>
      </p:sp>
      <p:cxnSp>
        <p:nvCxnSpPr>
          <p:cNvPr id="91" name="図形 90">
            <a:extLst>
              <a:ext uri="{FF2B5EF4-FFF2-40B4-BE49-F238E27FC236}">
                <a16:creationId xmlns:a16="http://schemas.microsoft.com/office/drawing/2014/main" id="{B9D95101-EED5-EE02-8D43-B2B71BECEF0D}"/>
              </a:ext>
            </a:extLst>
          </p:cNvPr>
          <p:cNvCxnSpPr>
            <a:cxnSpLocks/>
            <a:stCxn id="86" idx="3"/>
            <a:endCxn id="89" idx="1"/>
          </p:cNvCxnSpPr>
          <p:nvPr/>
        </p:nvCxnSpPr>
        <p:spPr>
          <a:xfrm flipH="1">
            <a:off x="780910" y="2817436"/>
            <a:ext cx="7074119" cy="2321456"/>
          </a:xfrm>
          <a:prstGeom prst="bentConnector5">
            <a:avLst>
              <a:gd name="adj1" fmla="val -3231"/>
              <a:gd name="adj2" fmla="val 33784"/>
              <a:gd name="adj3" fmla="val 106032"/>
            </a:avLst>
          </a:prstGeom>
          <a:ln>
            <a:solidFill>
              <a:srgbClr val="FFC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C:\Users\bttatsutanik.RDH\work_gfw\documents\guideline\source\ArchitectureInDetail\images\codelist_i18n_en.png">
            <a:extLst>
              <a:ext uri="{FF2B5EF4-FFF2-40B4-BE49-F238E27FC236}">
                <a16:creationId xmlns:a16="http://schemas.microsoft.com/office/drawing/2014/main" id="{0225124C-78DC-379A-7DBC-B815F5DF41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0387982" y="6370290"/>
            <a:ext cx="1880235" cy="1533525"/>
          </a:xfrm>
          <a:prstGeom prst="rect">
            <a:avLst/>
          </a:prstGeom>
          <a:noFill/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20B6543-851B-8972-2CC6-67B0F14AF7C5}"/>
              </a:ext>
            </a:extLst>
          </p:cNvPr>
          <p:cNvSpPr/>
          <p:nvPr/>
        </p:nvSpPr>
        <p:spPr>
          <a:xfrm>
            <a:off x="10137703" y="3746965"/>
            <a:ext cx="1402466" cy="2030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 err="1">
                <a:solidFill>
                  <a:schemeClr val="tx1"/>
                </a:solidFill>
              </a:rPr>
              <a:t>Thymeleaf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3D49EEF-76A6-6860-2611-C01F29AD55E0}"/>
              </a:ext>
            </a:extLst>
          </p:cNvPr>
          <p:cNvSpPr/>
          <p:nvPr/>
        </p:nvSpPr>
        <p:spPr>
          <a:xfrm>
            <a:off x="9980409" y="4004163"/>
            <a:ext cx="4483858" cy="17955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&lt;select </a:t>
            </a:r>
            <a:r>
              <a:rPr lang="en-US" altLang="ja-JP" sz="1680" b="1" dirty="0" err="1">
                <a:solidFill>
                  <a:schemeClr val="tx1"/>
                </a:solidFill>
              </a:rPr>
              <a:t>th:field</a:t>
            </a:r>
            <a:r>
              <a:rPr lang="en-US" altLang="ja-JP" sz="1680" b="1" dirty="0">
                <a:solidFill>
                  <a:schemeClr val="tx1"/>
                </a:solidFill>
              </a:rPr>
              <a:t>=“*{</a:t>
            </a:r>
            <a:r>
              <a:rPr lang="en-US" altLang="ja-JP" sz="1680" b="1" dirty="0" err="1">
                <a:solidFill>
                  <a:schemeClr val="tx1"/>
                </a:solidFill>
              </a:rPr>
              <a:t>basePrice</a:t>
            </a:r>
            <a:r>
              <a:rPr lang="en-US" altLang="ja-JP" sz="1680" b="1" dirty="0">
                <a:solidFill>
                  <a:schemeClr val="tx1"/>
                </a:solidFill>
              </a:rPr>
              <a:t>}"&gt;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&lt;option </a:t>
            </a:r>
            <a:r>
              <a:rPr lang="en-US" altLang="ja-JP" sz="1680" b="1" dirty="0" err="1">
                <a:solidFill>
                  <a:schemeClr val="tx1"/>
                </a:solidFill>
              </a:rPr>
              <a:t>th:each</a:t>
            </a:r>
            <a:r>
              <a:rPr lang="en-US" altLang="ja-JP" sz="1680" b="1" dirty="0">
                <a:solidFill>
                  <a:schemeClr val="tx1"/>
                </a:solidFill>
              </a:rPr>
              <a:t>=“price  :  ${</a:t>
            </a:r>
            <a:r>
              <a:rPr lang="en-US" altLang="ja-JP" sz="1680" b="1" dirty="0">
                <a:solidFill>
                  <a:srgbClr val="0070C0"/>
                </a:solidFill>
              </a:rPr>
              <a:t>CL_BASE_PRICE</a:t>
            </a:r>
            <a:r>
              <a:rPr lang="en-US" altLang="ja-JP" sz="1680" b="1" dirty="0">
                <a:solidFill>
                  <a:schemeClr val="tx1"/>
                </a:solidFill>
              </a:rPr>
              <a:t>}“</a:t>
            </a:r>
          </a:p>
          <a:p>
            <a:r>
              <a:rPr lang="en-US" altLang="ja-JP" sz="1680" b="1" dirty="0">
                <a:solidFill>
                  <a:srgbClr val="0070C0"/>
                </a:solidFill>
              </a:rPr>
              <a:t>     </a:t>
            </a:r>
            <a:r>
              <a:rPr lang="en-US" altLang="ja-JP" sz="1680" b="1" dirty="0">
                <a:solidFill>
                  <a:schemeClr val="tx1"/>
                </a:solidFill>
              </a:rPr>
              <a:t> </a:t>
            </a:r>
            <a:r>
              <a:rPr lang="en-US" altLang="ja-JP" sz="1680" b="1" dirty="0" err="1">
                <a:solidFill>
                  <a:schemeClr val="tx1"/>
                </a:solidFill>
              </a:rPr>
              <a:t>th:value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price.key</a:t>
            </a:r>
            <a:r>
              <a:rPr lang="en-US" altLang="ja-JP" sz="1680" b="1" dirty="0">
                <a:solidFill>
                  <a:schemeClr val="tx1"/>
                </a:solidFill>
              </a:rPr>
              <a:t>}“ 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  </a:t>
            </a:r>
            <a:r>
              <a:rPr lang="en-US" altLang="ja-JP" sz="1680" b="1" dirty="0" err="1">
                <a:solidFill>
                  <a:schemeClr val="tx1"/>
                </a:solidFill>
              </a:rPr>
              <a:t>th:text</a:t>
            </a:r>
            <a:r>
              <a:rPr lang="en-US" altLang="ja-JP" sz="1680" b="1" dirty="0">
                <a:solidFill>
                  <a:schemeClr val="tx1"/>
                </a:solidFill>
              </a:rPr>
              <a:t>="${</a:t>
            </a:r>
            <a:r>
              <a:rPr lang="en-US" altLang="ja-JP" sz="1680" b="1" dirty="0" err="1">
                <a:solidFill>
                  <a:schemeClr val="tx1"/>
                </a:solidFill>
              </a:rPr>
              <a:t>price.value</a:t>
            </a:r>
            <a:r>
              <a:rPr lang="en-US" altLang="ja-JP" sz="1680" b="1" dirty="0">
                <a:solidFill>
                  <a:schemeClr val="tx1"/>
                </a:solidFill>
              </a:rPr>
              <a:t>}"&gt;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  Order Status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    &lt;/option&gt;</a:t>
            </a:r>
          </a:p>
          <a:p>
            <a:r>
              <a:rPr lang="en-US" altLang="ja-JP" sz="1680" b="1" dirty="0">
                <a:solidFill>
                  <a:schemeClr val="tx1"/>
                </a:solidFill>
              </a:rPr>
              <a:t>&lt;/select&gt;</a:t>
            </a:r>
          </a:p>
        </p:txBody>
      </p:sp>
      <p:cxnSp>
        <p:nvCxnSpPr>
          <p:cNvPr id="20" name="図形 26">
            <a:extLst>
              <a:ext uri="{FF2B5EF4-FFF2-40B4-BE49-F238E27FC236}">
                <a16:creationId xmlns:a16="http://schemas.microsoft.com/office/drawing/2014/main" id="{606683D6-39E3-A660-557A-3886CE670FE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395098" y="286997"/>
            <a:ext cx="158273" cy="7326943"/>
          </a:xfrm>
          <a:prstGeom prst="bentConnector2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B1B9A20-107A-BB1A-2906-08FEBC79863E}"/>
              </a:ext>
            </a:extLst>
          </p:cNvPr>
          <p:cNvSpPr/>
          <p:nvPr/>
        </p:nvSpPr>
        <p:spPr>
          <a:xfrm>
            <a:off x="289111" y="-1937256"/>
            <a:ext cx="3587115" cy="2555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680" b="1" dirty="0">
                <a:solidFill>
                  <a:schemeClr val="tx1"/>
                </a:solidFill>
              </a:rPr>
              <a:t>codelist.xml</a:t>
            </a:r>
            <a:endParaRPr lang="ja-JP" altLang="en-US" sz="168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0168416"/>
      </p:ext>
    </p:extLst>
  </p:cSld>
  <p:clrMapOvr>
    <a:masterClrMapping/>
  </p:clrMapOvr>
</p:sld>
</file>

<file path=ppt/theme/theme1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23361</TotalTime>
  <Words>3097</Words>
  <Application>Microsoft Office PowerPoint</Application>
  <PresentationFormat>A3 297x420 mm</PresentationFormat>
  <Paragraphs>515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3" baseType="lpstr">
      <vt:lpstr>Arial</vt:lpstr>
      <vt:lpstr>Calibri</vt:lpstr>
      <vt:lpstr>ホワイト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TIG 川原 秀之/Kawahara, Hideyuki (NTT DATA)</cp:lastModifiedBy>
  <cp:revision>128</cp:revision>
  <dcterms:created xsi:type="dcterms:W3CDTF">2012-07-17T19:23:13Z</dcterms:created>
  <dcterms:modified xsi:type="dcterms:W3CDTF">2024-12-27T00:37:12Z</dcterms:modified>
</cp:coreProperties>
</file>