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5" r:id="rId2"/>
    <p:sldId id="284" r:id="rId3"/>
    <p:sldId id="287" r:id="rId4"/>
    <p:sldId id="288" r:id="rId5"/>
    <p:sldId id="289" r:id="rId6"/>
    <p:sldId id="297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8" r:id="rId15"/>
    <p:sldId id="299" r:id="rId16"/>
    <p:sldId id="301" r:id="rId17"/>
  </p:sldIdLst>
  <p:sldSz cx="12192000" cy="6858000"/>
  <p:notesSz cx="7104063" cy="10234613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3B5A670-18EB-4C2A-9E2D-CECF1D609070}">
          <p14:sldIdLst>
            <p14:sldId id="285"/>
            <p14:sldId id="284"/>
            <p14:sldId id="287"/>
            <p14:sldId id="288"/>
            <p14:sldId id="289"/>
            <p14:sldId id="297"/>
            <p14:sldId id="290"/>
            <p14:sldId id="291"/>
            <p14:sldId id="292"/>
            <p14:sldId id="293"/>
            <p14:sldId id="294"/>
            <p14:sldId id="295"/>
            <p14:sldId id="296"/>
            <p14:sldId id="298"/>
            <p14:sldId id="299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766" autoAdjust="0"/>
  </p:normalViewPr>
  <p:slideViewPr>
    <p:cSldViewPr snapToGrid="0" snapToObjects="1">
      <p:cViewPr>
        <p:scale>
          <a:sx n="100" d="100"/>
          <a:sy n="100" d="100"/>
        </p:scale>
        <p:origin x="930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2022/5/24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 : 磁気ディスク 3"/>
          <p:cNvSpPr/>
          <p:nvPr/>
        </p:nvSpPr>
        <p:spPr>
          <a:xfrm>
            <a:off x="9314015" y="3962356"/>
            <a:ext cx="914400" cy="612648"/>
          </a:xfrm>
          <a:prstGeom prst="flowChartMagneticDisk">
            <a:avLst/>
          </a:prstGeom>
          <a:gradFill>
            <a:gsLst>
              <a:gs pos="0">
                <a:schemeClr val="tx1"/>
              </a:gs>
              <a:gs pos="100000">
                <a:schemeClr val="bg1">
                  <a:lumMod val="8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Database</a:t>
            </a:r>
            <a:endParaRPr lang="ja-JP" altLang="en-US" sz="1200" dirty="0"/>
          </a:p>
        </p:txBody>
      </p:sp>
      <p:sp>
        <p:nvSpPr>
          <p:cNvPr id="5" name="角丸四角形 4"/>
          <p:cNvSpPr/>
          <p:nvPr/>
        </p:nvSpPr>
        <p:spPr>
          <a:xfrm>
            <a:off x="5138064" y="4158065"/>
            <a:ext cx="1285920" cy="1371600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400" dirty="0" err="1">
                <a:solidFill>
                  <a:schemeClr val="tx1"/>
                </a:solidFill>
              </a:rPr>
              <a:t>DataSource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7389498" y="4049877"/>
            <a:ext cx="966020" cy="457715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JDBC Driver</a:t>
            </a:r>
            <a:endParaRPr lang="ja-JP" altLang="en-US" sz="1100" dirty="0"/>
          </a:p>
        </p:txBody>
      </p:sp>
      <p:sp>
        <p:nvSpPr>
          <p:cNvPr id="10" name="角丸四角形 9"/>
          <p:cNvSpPr/>
          <p:nvPr/>
        </p:nvSpPr>
        <p:spPr>
          <a:xfrm>
            <a:off x="5217886" y="4729706"/>
            <a:ext cx="1139371" cy="6241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Configuration</a:t>
            </a:r>
          </a:p>
          <a:p>
            <a:pPr algn="ctr"/>
            <a:r>
              <a:rPr lang="en-US" altLang="ja-JP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</a:p>
          <a:p>
            <a:pPr algn="ctr"/>
            <a:r>
              <a:rPr lang="en-US" altLang="ja-JP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connect</a:t>
            </a:r>
            <a:endParaRPr lang="ja-JP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4" name="直線矢印コネクタ 13"/>
          <p:cNvCxnSpPr>
            <a:stCxn id="31" idx="3"/>
            <a:endCxn id="5" idx="1"/>
          </p:cNvCxnSpPr>
          <p:nvPr/>
        </p:nvCxnSpPr>
        <p:spPr>
          <a:xfrm>
            <a:off x="4455894" y="4323053"/>
            <a:ext cx="682170" cy="52081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stCxn id="5" idx="3"/>
            <a:endCxn id="6" idx="1"/>
          </p:cNvCxnSpPr>
          <p:nvPr/>
        </p:nvCxnSpPr>
        <p:spPr>
          <a:xfrm flipV="1">
            <a:off x="6423984" y="4278735"/>
            <a:ext cx="965514" cy="5651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13"/>
          <p:cNvCxnSpPr>
            <a:stCxn id="6" idx="3"/>
            <a:endCxn id="4" idx="2"/>
          </p:cNvCxnSpPr>
          <p:nvPr/>
        </p:nvCxnSpPr>
        <p:spPr>
          <a:xfrm flipV="1">
            <a:off x="8355519" y="4268680"/>
            <a:ext cx="958497" cy="1005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5138064" y="3388809"/>
            <a:ext cx="1285920" cy="515256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JDBC 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Basic APIs</a:t>
            </a:r>
          </a:p>
        </p:txBody>
      </p:sp>
      <p:cxnSp>
        <p:nvCxnSpPr>
          <p:cNvPr id="60" name="直線矢印コネクタ 13"/>
          <p:cNvCxnSpPr>
            <a:stCxn id="59" idx="3"/>
            <a:endCxn id="6" idx="1"/>
          </p:cNvCxnSpPr>
          <p:nvPr/>
        </p:nvCxnSpPr>
        <p:spPr>
          <a:xfrm>
            <a:off x="6423984" y="3646438"/>
            <a:ext cx="965514" cy="63229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13"/>
          <p:cNvCxnSpPr>
            <a:stCxn id="31" idx="3"/>
            <a:endCxn id="59" idx="1"/>
          </p:cNvCxnSpPr>
          <p:nvPr/>
        </p:nvCxnSpPr>
        <p:spPr>
          <a:xfrm flipV="1">
            <a:off x="4455894" y="3646438"/>
            <a:ext cx="682170" cy="6766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角丸四角形 67"/>
          <p:cNvSpPr/>
          <p:nvPr/>
        </p:nvSpPr>
        <p:spPr>
          <a:xfrm>
            <a:off x="3287420" y="2960699"/>
            <a:ext cx="1168474" cy="56411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/>
              <a:t>TERASOLUNA</a:t>
            </a:r>
          </a:p>
          <a:p>
            <a:pPr algn="ctr"/>
            <a:r>
              <a:rPr lang="en-US" altLang="ja-JP" sz="1200" b="1" dirty="0"/>
              <a:t>DAO</a:t>
            </a:r>
            <a:endParaRPr lang="ja-JP" altLang="en-US" sz="1200" b="1" dirty="0"/>
          </a:p>
        </p:txBody>
      </p:sp>
      <p:sp>
        <p:nvSpPr>
          <p:cNvPr id="72" name="角丸四角形 71"/>
          <p:cNvSpPr/>
          <p:nvPr/>
        </p:nvSpPr>
        <p:spPr>
          <a:xfrm>
            <a:off x="-1185676" y="2953422"/>
            <a:ext cx="1050174" cy="57865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Service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73" name="直線矢印コネクタ 13"/>
          <p:cNvCxnSpPr>
            <a:stCxn id="72" idx="3"/>
            <a:endCxn id="68" idx="1"/>
          </p:cNvCxnSpPr>
          <p:nvPr/>
        </p:nvCxnSpPr>
        <p:spPr>
          <a:xfrm>
            <a:off x="1388498" y="3242748"/>
            <a:ext cx="1898922" cy="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13"/>
          <p:cNvCxnSpPr>
            <a:stCxn id="72" idx="0"/>
            <a:endCxn id="43" idx="1"/>
          </p:cNvCxnSpPr>
          <p:nvPr/>
        </p:nvCxnSpPr>
        <p:spPr>
          <a:xfrm rot="5400000" flipH="1" flipV="1">
            <a:off x="750095" y="2040496"/>
            <a:ext cx="1026245" cy="79961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13"/>
          <p:cNvCxnSpPr>
            <a:stCxn id="28" idx="3"/>
            <a:endCxn id="68" idx="0"/>
          </p:cNvCxnSpPr>
          <p:nvPr/>
        </p:nvCxnSpPr>
        <p:spPr>
          <a:xfrm>
            <a:off x="2910745" y="2389359"/>
            <a:ext cx="960912" cy="5713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/>
          <p:nvPr/>
        </p:nvCxnSpPr>
        <p:spPr>
          <a:xfrm>
            <a:off x="4709148" y="930335"/>
            <a:ext cx="0" cy="465061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0" name="テキスト ボックス 99"/>
          <p:cNvSpPr txBox="1"/>
          <p:nvPr/>
        </p:nvSpPr>
        <p:spPr>
          <a:xfrm>
            <a:off x="1050223" y="872637"/>
            <a:ext cx="169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</a:p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Modules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4726516" y="905769"/>
            <a:ext cx="1842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JDBC</a:t>
            </a:r>
          </a:p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Interfaces</a:t>
            </a:r>
          </a:p>
        </p:txBody>
      </p:sp>
      <p:cxnSp>
        <p:nvCxnSpPr>
          <p:cNvPr id="104" name="直線コネクタ 103"/>
          <p:cNvCxnSpPr/>
          <p:nvPr/>
        </p:nvCxnSpPr>
        <p:spPr>
          <a:xfrm>
            <a:off x="6704861" y="930334"/>
            <a:ext cx="0" cy="4672386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6" name="テキスト ボックス 105"/>
          <p:cNvSpPr txBox="1"/>
          <p:nvPr/>
        </p:nvSpPr>
        <p:spPr>
          <a:xfrm>
            <a:off x="6790095" y="898512"/>
            <a:ext cx="204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JDBC</a:t>
            </a:r>
          </a:p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Implementations	</a:t>
            </a:r>
          </a:p>
        </p:txBody>
      </p:sp>
      <p:cxnSp>
        <p:nvCxnSpPr>
          <p:cNvPr id="107" name="直線コネクタ 106"/>
          <p:cNvCxnSpPr/>
          <p:nvPr/>
        </p:nvCxnSpPr>
        <p:spPr>
          <a:xfrm>
            <a:off x="8812257" y="902132"/>
            <a:ext cx="0" cy="472235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9" name="角丸四角形 108"/>
          <p:cNvSpPr/>
          <p:nvPr/>
        </p:nvSpPr>
        <p:spPr>
          <a:xfrm>
            <a:off x="2910745" y="2675030"/>
            <a:ext cx="1710416" cy="2292508"/>
          </a:xfrm>
          <a:prstGeom prst="roundRect">
            <a:avLst/>
          </a:prstGeom>
          <a:noFill/>
          <a:ln w="444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8969372" y="891871"/>
            <a:ext cx="1424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Persistence</a:t>
            </a:r>
          </a:p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  <a:endParaRPr lang="ja-JP" alt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9448798" y="4613594"/>
            <a:ext cx="1219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・</a:t>
            </a:r>
            <a:r>
              <a:rPr lang="en-US" altLang="ja-JP" sz="1000" dirty="0"/>
              <a:t>oracle</a:t>
            </a:r>
          </a:p>
          <a:p>
            <a:r>
              <a:rPr lang="ja-JP" altLang="en-US" sz="1000" dirty="0"/>
              <a:t>・</a:t>
            </a:r>
            <a:r>
              <a:rPr lang="en-US" altLang="ja-JP" sz="1000" dirty="0"/>
              <a:t>DB2</a:t>
            </a:r>
          </a:p>
          <a:p>
            <a:r>
              <a:rPr lang="ja-JP" altLang="en-US" sz="1000" dirty="0"/>
              <a:t>・</a:t>
            </a:r>
            <a:r>
              <a:rPr lang="en-US" altLang="ja-JP" sz="1000" dirty="0" err="1"/>
              <a:t>PostgreSQL</a:t>
            </a:r>
            <a:endParaRPr lang="en-US" altLang="ja-JP" sz="1000" dirty="0"/>
          </a:p>
          <a:p>
            <a:r>
              <a:rPr lang="ja-JP" altLang="en-US" sz="1000" dirty="0"/>
              <a:t>・</a:t>
            </a:r>
            <a:r>
              <a:rPr lang="en-US" altLang="ja-JP" sz="1000" dirty="0"/>
              <a:t>and more …</a:t>
            </a:r>
            <a:endParaRPr lang="ja-JP" altLang="en-US" sz="1000" dirty="0"/>
          </a:p>
        </p:txBody>
      </p:sp>
      <p:sp>
        <p:nvSpPr>
          <p:cNvPr id="28" name="角丸四角形 27"/>
          <p:cNvSpPr/>
          <p:nvPr/>
        </p:nvSpPr>
        <p:spPr>
          <a:xfrm>
            <a:off x="1663023" y="2107300"/>
            <a:ext cx="1247723" cy="56411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Repository</a:t>
            </a:r>
          </a:p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Impl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36" name="直線コネクタ 35"/>
          <p:cNvCxnSpPr/>
          <p:nvPr/>
        </p:nvCxnSpPr>
        <p:spPr>
          <a:xfrm>
            <a:off x="3101574" y="981601"/>
            <a:ext cx="0" cy="445563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テキスト ボックス 39"/>
          <p:cNvSpPr txBox="1"/>
          <p:nvPr/>
        </p:nvSpPr>
        <p:spPr>
          <a:xfrm>
            <a:off x="3011567" y="891007"/>
            <a:ext cx="169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O/R </a:t>
            </a:r>
          </a:p>
          <a:p>
            <a:pPr algn="ctr"/>
            <a:r>
              <a:rPr lang="en-US" altLang="ja-JP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Mapper</a:t>
            </a:r>
          </a:p>
        </p:txBody>
      </p:sp>
      <p:sp>
        <p:nvSpPr>
          <p:cNvPr id="43" name="角丸四角形 42"/>
          <p:cNvSpPr/>
          <p:nvPr/>
        </p:nvSpPr>
        <p:spPr>
          <a:xfrm>
            <a:off x="1663023" y="1750143"/>
            <a:ext cx="1247723" cy="35406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Repository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3287420" y="4040993"/>
            <a:ext cx="1168474" cy="56411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 err="1"/>
              <a:t>MyBatis</a:t>
            </a:r>
            <a:endParaRPr lang="ja-JP" altLang="en-US" sz="1600" b="1" dirty="0"/>
          </a:p>
        </p:txBody>
      </p:sp>
      <p:cxnSp>
        <p:nvCxnSpPr>
          <p:cNvPr id="39" name="直線矢印コネクタ 13"/>
          <p:cNvCxnSpPr>
            <a:stCxn id="68" idx="2"/>
            <a:endCxn id="31" idx="0"/>
          </p:cNvCxnSpPr>
          <p:nvPr/>
        </p:nvCxnSpPr>
        <p:spPr>
          <a:xfrm>
            <a:off x="3871657" y="3524817"/>
            <a:ext cx="0" cy="5161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 : 磁気ディスク 3"/>
          <p:cNvSpPr/>
          <p:nvPr/>
        </p:nvSpPr>
        <p:spPr>
          <a:xfrm>
            <a:off x="8839638" y="6755897"/>
            <a:ext cx="1112794" cy="721125"/>
          </a:xfrm>
          <a:prstGeom prst="flowChartMagneticDisk">
            <a:avLst/>
          </a:prstGeom>
          <a:gradFill>
            <a:gsLst>
              <a:gs pos="0">
                <a:schemeClr val="tx1"/>
              </a:gs>
              <a:gs pos="100000">
                <a:schemeClr val="bg1">
                  <a:lumMod val="8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Database</a:t>
            </a:r>
            <a:endParaRPr lang="ja-JP" altLang="en-US" sz="1200" dirty="0"/>
          </a:p>
        </p:txBody>
      </p:sp>
      <p:sp>
        <p:nvSpPr>
          <p:cNvPr id="6" name="角丸四角形 5"/>
          <p:cNvSpPr/>
          <p:nvPr/>
        </p:nvSpPr>
        <p:spPr>
          <a:xfrm>
            <a:off x="5325089" y="6945227"/>
            <a:ext cx="1585910" cy="342464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dirty="0"/>
              <a:t>JDBC Driver</a:t>
            </a:r>
            <a:endParaRPr lang="ja-JP" altLang="en-US" sz="1100" dirty="0"/>
          </a:p>
        </p:txBody>
      </p:sp>
      <p:cxnSp>
        <p:nvCxnSpPr>
          <p:cNvPr id="57" name="直線矢印コネクタ 13"/>
          <p:cNvCxnSpPr>
            <a:stCxn id="6" idx="3"/>
            <a:endCxn id="4" idx="2"/>
          </p:cNvCxnSpPr>
          <p:nvPr/>
        </p:nvCxnSpPr>
        <p:spPr>
          <a:xfrm>
            <a:off x="6911000" y="7116459"/>
            <a:ext cx="192863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5309141" y="6429970"/>
            <a:ext cx="1589566" cy="515256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JDBC 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Basic APIs</a:t>
            </a:r>
          </a:p>
        </p:txBody>
      </p:sp>
      <p:sp>
        <p:nvSpPr>
          <p:cNvPr id="72" name="角丸四角形 71"/>
          <p:cNvSpPr/>
          <p:nvPr/>
        </p:nvSpPr>
        <p:spPr>
          <a:xfrm>
            <a:off x="5306998" y="140682"/>
            <a:ext cx="1601857" cy="44647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Service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75" name="直線矢印コネクタ 13"/>
          <p:cNvCxnSpPr>
            <a:stCxn id="72" idx="2"/>
            <a:endCxn id="136" idx="0"/>
          </p:cNvCxnSpPr>
          <p:nvPr/>
        </p:nvCxnSpPr>
        <p:spPr>
          <a:xfrm>
            <a:off x="6107927" y="587160"/>
            <a:ext cx="3377" cy="4006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角丸四角形 27"/>
          <p:cNvSpPr/>
          <p:nvPr/>
        </p:nvSpPr>
        <p:spPr>
          <a:xfrm>
            <a:off x="5309240" y="2818767"/>
            <a:ext cx="1601858" cy="59936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TERASOLUNA</a:t>
            </a:r>
          </a:p>
          <a:p>
            <a:pPr algn="ctr"/>
            <a:r>
              <a:rPr lang="en-US" altLang="ja-JP" b="1" dirty="0"/>
              <a:t>DAO APIs</a:t>
            </a:r>
            <a:endParaRPr lang="ja-JP" altLang="en-US" b="1" dirty="0"/>
          </a:p>
        </p:txBody>
      </p:sp>
      <p:sp>
        <p:nvSpPr>
          <p:cNvPr id="29" name="角丸四角形 28"/>
          <p:cNvSpPr/>
          <p:nvPr/>
        </p:nvSpPr>
        <p:spPr>
          <a:xfrm>
            <a:off x="5306995" y="4492559"/>
            <a:ext cx="1601858" cy="622621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/>
              <a:t>Mybatis</a:t>
            </a:r>
            <a:endParaRPr lang="ja-JP" altLang="en-US" b="1" dirty="0"/>
          </a:p>
        </p:txBody>
      </p:sp>
      <p:sp>
        <p:nvSpPr>
          <p:cNvPr id="34" name="角丸四角形 33"/>
          <p:cNvSpPr/>
          <p:nvPr/>
        </p:nvSpPr>
        <p:spPr>
          <a:xfrm>
            <a:off x="5309142" y="1326744"/>
            <a:ext cx="1601857" cy="42363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bg1"/>
                </a:solidFill>
              </a:rPr>
              <a:t>RepositoryImpl</a:t>
            </a:r>
            <a:endParaRPr lang="ja-JP" altLang="en-US" sz="1600" dirty="0"/>
          </a:p>
        </p:txBody>
      </p:sp>
      <p:cxnSp>
        <p:nvCxnSpPr>
          <p:cNvPr id="49" name="直線矢印コネクタ 13"/>
          <p:cNvCxnSpPr>
            <a:stCxn id="34" idx="2"/>
            <a:endCxn id="28" idx="0"/>
          </p:cNvCxnSpPr>
          <p:nvPr/>
        </p:nvCxnSpPr>
        <p:spPr>
          <a:xfrm>
            <a:off x="6110071" y="1750375"/>
            <a:ext cx="99" cy="106839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13"/>
          <p:cNvCxnSpPr>
            <a:stCxn id="28" idx="2"/>
            <a:endCxn id="29" idx="0"/>
          </p:cNvCxnSpPr>
          <p:nvPr/>
        </p:nvCxnSpPr>
        <p:spPr>
          <a:xfrm flipH="1">
            <a:off x="6107925" y="3418134"/>
            <a:ext cx="2245" cy="107442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角丸四角形 135"/>
          <p:cNvSpPr/>
          <p:nvPr/>
        </p:nvSpPr>
        <p:spPr>
          <a:xfrm>
            <a:off x="5310375" y="987826"/>
            <a:ext cx="1601857" cy="38272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Repository</a:t>
            </a:r>
            <a:endParaRPr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150" name="直線矢印コネクタ 13"/>
          <p:cNvCxnSpPr>
            <a:stCxn id="29" idx="2"/>
            <a:endCxn id="59" idx="0"/>
          </p:cNvCxnSpPr>
          <p:nvPr/>
        </p:nvCxnSpPr>
        <p:spPr>
          <a:xfrm flipH="1">
            <a:off x="6103924" y="5115180"/>
            <a:ext cx="4000" cy="131479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フローチャート : 書類 155"/>
          <p:cNvSpPr/>
          <p:nvPr/>
        </p:nvSpPr>
        <p:spPr>
          <a:xfrm>
            <a:off x="4241962" y="4084965"/>
            <a:ext cx="1311102" cy="756642"/>
          </a:xfrm>
          <a:prstGeom prst="flowChartDocument">
            <a:avLst/>
          </a:prstGeom>
          <a:gradFill>
            <a:gsLst>
              <a:gs pos="0">
                <a:srgbClr val="7030A0">
                  <a:alpha val="69000"/>
                </a:srgbClr>
              </a:gs>
              <a:gs pos="50000">
                <a:schemeClr val="accent4">
                  <a:lumMod val="83000"/>
                  <a:lumOff val="17000"/>
                </a:schemeClr>
              </a:gs>
              <a:gs pos="100000">
                <a:schemeClr val="accent4">
                  <a:lumMod val="68000"/>
                  <a:lumOff val="32000"/>
                </a:schemeClr>
              </a:gs>
            </a:gsLst>
            <a:lin ang="16200000" scaled="0"/>
          </a:gra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sqlMapConfig.xml</a:t>
            </a:r>
            <a:endParaRPr lang="en-US" altLang="ja-JP" sz="1400" b="1" dirty="0"/>
          </a:p>
        </p:txBody>
      </p:sp>
      <p:grpSp>
        <p:nvGrpSpPr>
          <p:cNvPr id="162" name="グループ化 161"/>
          <p:cNvGrpSpPr/>
          <p:nvPr/>
        </p:nvGrpSpPr>
        <p:grpSpPr>
          <a:xfrm>
            <a:off x="6867084" y="4617626"/>
            <a:ext cx="1570707" cy="925693"/>
            <a:chOff x="5607589" y="3423061"/>
            <a:chExt cx="1317757" cy="925693"/>
          </a:xfrm>
        </p:grpSpPr>
        <p:sp>
          <p:nvSpPr>
            <p:cNvPr id="159" name="フローチャート : 書類 158"/>
            <p:cNvSpPr/>
            <p:nvPr/>
          </p:nvSpPr>
          <p:spPr>
            <a:xfrm>
              <a:off x="5821109" y="3423061"/>
              <a:ext cx="1104237" cy="756642"/>
            </a:xfrm>
            <a:prstGeom prst="flowChartDocument">
              <a:avLst/>
            </a:prstGeom>
            <a:gradFill>
              <a:gsLst>
                <a:gs pos="0">
                  <a:srgbClr val="7030A0">
                    <a:alpha val="69000"/>
                  </a:srgbClr>
                </a:gs>
                <a:gs pos="50000">
                  <a:schemeClr val="accent4">
                    <a:lumMod val="83000"/>
                    <a:lumOff val="17000"/>
                  </a:schemeClr>
                </a:gs>
                <a:gs pos="100000">
                  <a:schemeClr val="accent4">
                    <a:lumMod val="68000"/>
                    <a:lumOff val="32000"/>
                  </a:schemeClr>
                </a:gs>
              </a:gsLst>
              <a:lin ang="16200000" scaled="0"/>
            </a:gra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400" b="1" dirty="0"/>
            </a:p>
          </p:txBody>
        </p:sp>
        <p:sp>
          <p:nvSpPr>
            <p:cNvPr id="160" name="フローチャート : 書類 159"/>
            <p:cNvSpPr/>
            <p:nvPr/>
          </p:nvSpPr>
          <p:spPr>
            <a:xfrm>
              <a:off x="5725717" y="3495765"/>
              <a:ext cx="1104237" cy="756642"/>
            </a:xfrm>
            <a:prstGeom prst="flowChartDocument">
              <a:avLst/>
            </a:prstGeom>
            <a:gradFill>
              <a:gsLst>
                <a:gs pos="0">
                  <a:srgbClr val="7030A0">
                    <a:alpha val="69000"/>
                  </a:srgbClr>
                </a:gs>
                <a:gs pos="50000">
                  <a:schemeClr val="accent4">
                    <a:lumMod val="83000"/>
                    <a:lumOff val="17000"/>
                  </a:schemeClr>
                </a:gs>
                <a:gs pos="100000">
                  <a:schemeClr val="accent4">
                    <a:lumMod val="68000"/>
                    <a:lumOff val="32000"/>
                  </a:schemeClr>
                </a:gs>
              </a:gsLst>
              <a:lin ang="16200000" scaled="0"/>
            </a:gra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400" b="1" dirty="0"/>
            </a:p>
          </p:txBody>
        </p:sp>
        <p:sp>
          <p:nvSpPr>
            <p:cNvPr id="161" name="フローチャート : 書類 160"/>
            <p:cNvSpPr/>
            <p:nvPr/>
          </p:nvSpPr>
          <p:spPr>
            <a:xfrm>
              <a:off x="5607589" y="3592112"/>
              <a:ext cx="1104237" cy="756642"/>
            </a:xfrm>
            <a:prstGeom prst="flowChartDocument">
              <a:avLst/>
            </a:prstGeom>
            <a:gradFill>
              <a:gsLst>
                <a:gs pos="0">
                  <a:srgbClr val="7030A0">
                    <a:alpha val="69000"/>
                  </a:srgbClr>
                </a:gs>
                <a:gs pos="50000">
                  <a:schemeClr val="accent4">
                    <a:lumMod val="83000"/>
                    <a:lumOff val="17000"/>
                  </a:schemeClr>
                </a:gs>
                <a:gs pos="100000">
                  <a:schemeClr val="accent4">
                    <a:lumMod val="68000"/>
                    <a:lumOff val="32000"/>
                  </a:schemeClr>
                </a:gs>
              </a:gsLst>
              <a:lin ang="16200000" scaled="0"/>
            </a:gradFill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/>
                <a:t>sqlMap.xml</a:t>
              </a:r>
              <a:endParaRPr lang="en-US" altLang="ja-JP" sz="1400" b="1" dirty="0"/>
            </a:p>
          </p:txBody>
        </p:sp>
      </p:grpSp>
      <p:sp>
        <p:nvSpPr>
          <p:cNvPr id="180" name="線吹き出し 2 (枠付き) 179"/>
          <p:cNvSpPr/>
          <p:nvPr/>
        </p:nvSpPr>
        <p:spPr>
          <a:xfrm>
            <a:off x="2543175" y="3266582"/>
            <a:ext cx="1655441" cy="721589"/>
          </a:xfrm>
          <a:prstGeom prst="borderCallout2">
            <a:avLst>
              <a:gd name="adj1" fmla="val 75135"/>
              <a:gd name="adj2" fmla="val 106533"/>
              <a:gd name="adj3" fmla="val 75258"/>
              <a:gd name="adj4" fmla="val 126894"/>
              <a:gd name="adj5" fmla="val 118790"/>
              <a:gd name="adj6" fmla="val 145368"/>
            </a:avLst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000" b="1" dirty="0">
                <a:solidFill>
                  <a:schemeClr val="accent4"/>
                </a:solidFill>
              </a:rPr>
              <a:t>Configure </a:t>
            </a:r>
            <a:endParaRPr lang="en-US" altLang="ja-JP" sz="2000" b="1" dirty="0">
              <a:solidFill>
                <a:schemeClr val="accent4"/>
              </a:solidFill>
            </a:endParaRPr>
          </a:p>
          <a:p>
            <a:r>
              <a:rPr lang="en-US" altLang="ja-JP" sz="2000" b="1" dirty="0">
                <a:solidFill>
                  <a:schemeClr val="accent4"/>
                </a:solidFill>
              </a:rPr>
              <a:t>       </a:t>
            </a:r>
            <a:r>
              <a:rPr lang="en-US" altLang="ja-JP" sz="2000" b="1" dirty="0" err="1">
                <a:solidFill>
                  <a:schemeClr val="accent4"/>
                </a:solidFill>
              </a:rPr>
              <a:t>Mybatis</a:t>
            </a:r>
            <a:r>
              <a:rPr lang="en-US" altLang="ja-JP" sz="2000" b="1"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181" name="テキスト ボックス 180"/>
          <p:cNvSpPr txBox="1"/>
          <p:nvPr/>
        </p:nvSpPr>
        <p:spPr>
          <a:xfrm>
            <a:off x="5645798" y="59791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endParaRPr lang="ja-JP" altLang="en-US" dirty="0"/>
          </a:p>
        </p:txBody>
      </p:sp>
      <p:sp>
        <p:nvSpPr>
          <p:cNvPr id="182" name="テキスト ボックス 181"/>
          <p:cNvSpPr txBox="1"/>
          <p:nvPr/>
        </p:nvSpPr>
        <p:spPr>
          <a:xfrm>
            <a:off x="5610845" y="2142798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(1’)</a:t>
            </a:r>
            <a:endParaRPr lang="ja-JP" altLang="en-US" dirty="0"/>
          </a:p>
        </p:txBody>
      </p:sp>
      <p:sp>
        <p:nvSpPr>
          <p:cNvPr id="183" name="テキスト ボックス 182"/>
          <p:cNvSpPr txBox="1"/>
          <p:nvPr/>
        </p:nvSpPr>
        <p:spPr>
          <a:xfrm>
            <a:off x="5601013" y="375576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</a:t>
            </a:r>
            <a:endParaRPr lang="ja-JP" altLang="en-US" dirty="0"/>
          </a:p>
        </p:txBody>
      </p:sp>
      <p:sp>
        <p:nvSpPr>
          <p:cNvPr id="189" name="テキスト ボックス 188"/>
          <p:cNvSpPr txBox="1"/>
          <p:nvPr/>
        </p:nvSpPr>
        <p:spPr>
          <a:xfrm>
            <a:off x="5630509" y="534826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</a:t>
            </a:r>
            <a:endParaRPr lang="ja-JP" altLang="en-US" dirty="0"/>
          </a:p>
        </p:txBody>
      </p:sp>
      <p:sp>
        <p:nvSpPr>
          <p:cNvPr id="190" name="テキスト ボックス 189"/>
          <p:cNvSpPr txBox="1"/>
          <p:nvPr/>
        </p:nvSpPr>
        <p:spPr>
          <a:xfrm>
            <a:off x="7614900" y="673446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(4)</a:t>
            </a:r>
            <a:endParaRPr lang="ja-JP" altLang="en-US" dirty="0"/>
          </a:p>
        </p:txBody>
      </p:sp>
      <p:sp>
        <p:nvSpPr>
          <p:cNvPr id="194" name="角丸四角形 193"/>
          <p:cNvSpPr/>
          <p:nvPr/>
        </p:nvSpPr>
        <p:spPr>
          <a:xfrm>
            <a:off x="1970035" y="1880070"/>
            <a:ext cx="8507045" cy="4304100"/>
          </a:xfrm>
          <a:prstGeom prst="roundRect">
            <a:avLst/>
          </a:prstGeom>
          <a:noFill/>
          <a:ln w="444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96" name="直線矢印コネクタ 13"/>
          <p:cNvCxnSpPr>
            <a:stCxn id="72" idx="1"/>
            <a:endCxn id="28" idx="0"/>
          </p:cNvCxnSpPr>
          <p:nvPr/>
        </p:nvCxnSpPr>
        <p:spPr>
          <a:xfrm rot="10800000" flipH="1" flipV="1">
            <a:off x="5306997" y="363921"/>
            <a:ext cx="803172" cy="2454846"/>
          </a:xfrm>
          <a:prstGeom prst="bentConnector4">
            <a:avLst>
              <a:gd name="adj1" fmla="val -93344"/>
              <a:gd name="adj2" fmla="val 6456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テキスト ボックス 199"/>
          <p:cNvSpPr txBox="1"/>
          <p:nvPr/>
        </p:nvSpPr>
        <p:spPr>
          <a:xfrm>
            <a:off x="4034143" y="100133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(1’)</a:t>
            </a:r>
            <a:endParaRPr lang="ja-JP" altLang="en-US" dirty="0"/>
          </a:p>
        </p:txBody>
      </p:sp>
      <p:sp>
        <p:nvSpPr>
          <p:cNvPr id="208" name="角丸四角形 207"/>
          <p:cNvSpPr/>
          <p:nvPr/>
        </p:nvSpPr>
        <p:spPr>
          <a:xfrm>
            <a:off x="6242964" y="1965796"/>
            <a:ext cx="884821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SQL ID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sp>
        <p:nvSpPr>
          <p:cNvPr id="209" name="角丸四角形 208"/>
          <p:cNvSpPr/>
          <p:nvPr/>
        </p:nvSpPr>
        <p:spPr>
          <a:xfrm>
            <a:off x="6231273" y="2238854"/>
            <a:ext cx="1244461" cy="527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Object of </a:t>
            </a:r>
            <a:endParaRPr lang="en-US" altLang="ja-JP" sz="1600" dirty="0">
              <a:solidFill>
                <a:prstClr val="black"/>
              </a:solidFill>
            </a:endParaRPr>
          </a:p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bind values</a:t>
            </a:r>
            <a:endParaRPr lang="en-US" altLang="ja-JP" sz="1600" dirty="0">
              <a:solidFill>
                <a:prstClr val="black"/>
              </a:solidFill>
            </a:endParaRPr>
          </a:p>
        </p:txBody>
      </p:sp>
      <p:sp>
        <p:nvSpPr>
          <p:cNvPr id="211" name="角丸四角形 210"/>
          <p:cNvSpPr/>
          <p:nvPr/>
        </p:nvSpPr>
        <p:spPr>
          <a:xfrm>
            <a:off x="7524929" y="7232634"/>
            <a:ext cx="700779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SQL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sp>
        <p:nvSpPr>
          <p:cNvPr id="212" name="角丸四角形 211"/>
          <p:cNvSpPr/>
          <p:nvPr/>
        </p:nvSpPr>
        <p:spPr>
          <a:xfrm>
            <a:off x="6250937" y="5569556"/>
            <a:ext cx="700779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SQL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sp>
        <p:nvSpPr>
          <p:cNvPr id="222" name="角丸四角形 221"/>
          <p:cNvSpPr/>
          <p:nvPr/>
        </p:nvSpPr>
        <p:spPr>
          <a:xfrm>
            <a:off x="6270125" y="3559937"/>
            <a:ext cx="884821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SQL ID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sp>
        <p:nvSpPr>
          <p:cNvPr id="223" name="角丸四角形 222"/>
          <p:cNvSpPr/>
          <p:nvPr/>
        </p:nvSpPr>
        <p:spPr>
          <a:xfrm>
            <a:off x="6258433" y="3842827"/>
            <a:ext cx="1217300" cy="527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Object of </a:t>
            </a:r>
            <a:endParaRPr lang="en-US" altLang="ja-JP" sz="1600" dirty="0">
              <a:solidFill>
                <a:prstClr val="black"/>
              </a:solidFill>
            </a:endParaRPr>
          </a:p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bind values</a:t>
            </a:r>
            <a:endParaRPr lang="en-US" altLang="ja-JP" sz="1600" dirty="0">
              <a:solidFill>
                <a:prstClr val="black"/>
              </a:solidFill>
            </a:endParaRPr>
          </a:p>
        </p:txBody>
      </p:sp>
      <p:sp>
        <p:nvSpPr>
          <p:cNvPr id="231" name="角丸四角形 230"/>
          <p:cNvSpPr/>
          <p:nvPr/>
        </p:nvSpPr>
        <p:spPr>
          <a:xfrm>
            <a:off x="6267648" y="5860031"/>
            <a:ext cx="1321740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Bind values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sp>
        <p:nvSpPr>
          <p:cNvPr id="234" name="角丸四角形 233"/>
          <p:cNvSpPr/>
          <p:nvPr/>
        </p:nvSpPr>
        <p:spPr>
          <a:xfrm>
            <a:off x="7175405" y="7508781"/>
            <a:ext cx="1321740" cy="2118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prstClr val="black"/>
                </a:solidFill>
              </a:rPr>
              <a:t>Bind values</a:t>
            </a:r>
            <a:endParaRPr lang="ja-JP" altLang="en-US" sz="1600" dirty="0">
              <a:solidFill>
                <a:prstClr val="black"/>
              </a:solidFill>
            </a:endParaRPr>
          </a:p>
        </p:txBody>
      </p:sp>
      <p:cxnSp>
        <p:nvCxnSpPr>
          <p:cNvPr id="235" name="直線矢印コネクタ 13"/>
          <p:cNvCxnSpPr/>
          <p:nvPr/>
        </p:nvCxnSpPr>
        <p:spPr>
          <a:xfrm rot="10800000" flipH="1" flipV="1">
            <a:off x="7525183" y="2408070"/>
            <a:ext cx="4692" cy="1717025"/>
          </a:xfrm>
          <a:prstGeom prst="curvedConnector3">
            <a:avLst>
              <a:gd name="adj1" fmla="val 12512852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線吹き出し 2 (枠付き) 244"/>
          <p:cNvSpPr/>
          <p:nvPr/>
        </p:nvSpPr>
        <p:spPr>
          <a:xfrm>
            <a:off x="8342067" y="3665843"/>
            <a:ext cx="2011609" cy="719578"/>
          </a:xfrm>
          <a:prstGeom prst="borderCallout2">
            <a:avLst>
              <a:gd name="adj1" fmla="val 72700"/>
              <a:gd name="adj2" fmla="val -2674"/>
              <a:gd name="adj3" fmla="val 72824"/>
              <a:gd name="adj4" fmla="val -15132"/>
              <a:gd name="adj5" fmla="val 158960"/>
              <a:gd name="adj6" fmla="val -28660"/>
            </a:avLst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2000" b="1" dirty="0">
                <a:solidFill>
                  <a:schemeClr val="accent4"/>
                </a:solidFill>
              </a:rPr>
              <a:t>Implementation</a:t>
            </a:r>
          </a:p>
          <a:p>
            <a:r>
              <a:rPr lang="en-US" altLang="ja-JP" sz="2000" b="1" dirty="0">
                <a:solidFill>
                  <a:schemeClr val="accent4"/>
                </a:solidFill>
              </a:rPr>
              <a:t> </a:t>
            </a:r>
            <a:r>
              <a:rPr lang="en-US" altLang="ja-JP" sz="2000" b="1" dirty="0">
                <a:solidFill>
                  <a:schemeClr val="accent4"/>
                </a:solidFill>
              </a:rPr>
              <a:t>    of </a:t>
            </a:r>
            <a:r>
              <a:rPr lang="en-US" altLang="ja-JP" sz="2000" b="1" dirty="0">
                <a:solidFill>
                  <a:schemeClr val="accent4"/>
                </a:solidFill>
              </a:rPr>
              <a:t>SQL.</a:t>
            </a:r>
          </a:p>
        </p:txBody>
      </p:sp>
    </p:spTree>
    <p:extLst>
      <p:ext uri="{BB962C8B-B14F-4D97-AF65-F5344CB8AC3E}">
        <p14:creationId xmlns:p14="http://schemas.microsoft.com/office/powerpoint/2010/main" val="263230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角丸四角形 40"/>
          <p:cNvSpPr/>
          <p:nvPr/>
        </p:nvSpPr>
        <p:spPr>
          <a:xfrm>
            <a:off x="1724207" y="2132435"/>
            <a:ext cx="1636515" cy="1805563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t_order</a:t>
            </a:r>
            <a:endParaRPr lang="en-US" altLang="ja-JP" sz="2000" dirty="0"/>
          </a:p>
        </p:txBody>
      </p:sp>
      <p:sp>
        <p:nvSpPr>
          <p:cNvPr id="44" name="角丸四角形 43"/>
          <p:cNvSpPr/>
          <p:nvPr/>
        </p:nvSpPr>
        <p:spPr>
          <a:xfrm>
            <a:off x="3755921" y="489778"/>
            <a:ext cx="1921647" cy="1875964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t_order_item</a:t>
            </a:r>
            <a:endParaRPr lang="ja-JP" altLang="en-US" sz="2000" dirty="0"/>
          </a:p>
        </p:txBody>
      </p:sp>
      <p:sp>
        <p:nvSpPr>
          <p:cNvPr id="45" name="角丸四角形 44"/>
          <p:cNvSpPr/>
          <p:nvPr/>
        </p:nvSpPr>
        <p:spPr>
          <a:xfrm>
            <a:off x="6321581" y="1004418"/>
            <a:ext cx="1636515" cy="1345947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m_item</a:t>
            </a:r>
            <a:endParaRPr lang="ja-JP" altLang="en-US" sz="2000" dirty="0"/>
          </a:p>
        </p:txBody>
      </p:sp>
      <p:sp>
        <p:nvSpPr>
          <p:cNvPr id="46" name="角丸四角形 45"/>
          <p:cNvSpPr/>
          <p:nvPr/>
        </p:nvSpPr>
        <p:spPr>
          <a:xfrm>
            <a:off x="8893273" y="1010874"/>
            <a:ext cx="1636515" cy="1287100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m_category</a:t>
            </a:r>
            <a:endParaRPr lang="ja-JP" altLang="en-US" sz="2000" dirty="0"/>
          </a:p>
        </p:txBody>
      </p:sp>
      <p:sp>
        <p:nvSpPr>
          <p:cNvPr id="47" name="角丸四角形 46"/>
          <p:cNvSpPr/>
          <p:nvPr/>
        </p:nvSpPr>
        <p:spPr>
          <a:xfrm>
            <a:off x="7332121" y="2782065"/>
            <a:ext cx="2165838" cy="1623446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m_item_category</a:t>
            </a:r>
            <a:endParaRPr lang="ja-JP" altLang="en-US" sz="2000" dirty="0"/>
          </a:p>
        </p:txBody>
      </p:sp>
      <p:sp>
        <p:nvSpPr>
          <p:cNvPr id="48" name="角丸四角形 47"/>
          <p:cNvSpPr/>
          <p:nvPr/>
        </p:nvSpPr>
        <p:spPr>
          <a:xfrm>
            <a:off x="3652680" y="4455306"/>
            <a:ext cx="2167454" cy="1699680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t_order_coupon</a:t>
            </a:r>
            <a:endParaRPr lang="ja-JP" altLang="en-US" sz="2000" dirty="0"/>
          </a:p>
        </p:txBody>
      </p:sp>
      <p:sp>
        <p:nvSpPr>
          <p:cNvPr id="51" name="角丸四角形 50"/>
          <p:cNvSpPr/>
          <p:nvPr/>
        </p:nvSpPr>
        <p:spPr>
          <a:xfrm>
            <a:off x="6533528" y="4965588"/>
            <a:ext cx="1636515" cy="1346715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m_coupon</a:t>
            </a:r>
            <a:endParaRPr lang="ja-JP" altLang="en-US" sz="2000" dirty="0"/>
          </a:p>
        </p:txBody>
      </p:sp>
      <p:cxnSp>
        <p:nvCxnSpPr>
          <p:cNvPr id="7" name="直線コネクタ 6"/>
          <p:cNvCxnSpPr>
            <a:stCxn id="30" idx="3"/>
            <a:endCxn id="89" idx="1"/>
          </p:cNvCxnSpPr>
          <p:nvPr/>
        </p:nvCxnSpPr>
        <p:spPr>
          <a:xfrm flipV="1">
            <a:off x="3040355" y="1509568"/>
            <a:ext cx="1095326" cy="15533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30" idx="1"/>
            <a:endCxn id="138" idx="1"/>
          </p:cNvCxnSpPr>
          <p:nvPr/>
        </p:nvCxnSpPr>
        <p:spPr>
          <a:xfrm rot="10800000" flipH="1" flipV="1">
            <a:off x="2029275" y="3062906"/>
            <a:ext cx="2126070" cy="2274655"/>
          </a:xfrm>
          <a:prstGeom prst="bentConnector3">
            <a:avLst>
              <a:gd name="adj1" fmla="val -18614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>
            <a:stCxn id="92" idx="3"/>
            <a:endCxn id="101" idx="1"/>
          </p:cNvCxnSpPr>
          <p:nvPr/>
        </p:nvCxnSpPr>
        <p:spPr>
          <a:xfrm>
            <a:off x="5378642" y="1917757"/>
            <a:ext cx="1189966" cy="1566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/>
          <p:cNvCxnSpPr>
            <a:stCxn id="101" idx="2"/>
            <a:endCxn id="129" idx="1"/>
          </p:cNvCxnSpPr>
          <p:nvPr/>
        </p:nvCxnSpPr>
        <p:spPr>
          <a:xfrm rot="16200000" flipH="1">
            <a:off x="6632838" y="2600959"/>
            <a:ext cx="1622808" cy="608808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>
            <a:stCxn id="135" idx="2"/>
            <a:endCxn id="130" idx="3"/>
          </p:cNvCxnSpPr>
          <p:nvPr/>
        </p:nvCxnSpPr>
        <p:spPr>
          <a:xfrm rot="5400000">
            <a:off x="8536188" y="2939629"/>
            <a:ext cx="2005575" cy="345112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>
            <a:stCxn id="139" idx="3"/>
          </p:cNvCxnSpPr>
          <p:nvPr/>
        </p:nvCxnSpPr>
        <p:spPr>
          <a:xfrm>
            <a:off x="5552684" y="5856330"/>
            <a:ext cx="144788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2029275" y="2902364"/>
            <a:ext cx="101108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/>
              <a:t>id</a:t>
            </a:r>
            <a:endParaRPr lang="ja-JP" altLang="en-US" u="sng" dirty="0"/>
          </a:p>
        </p:txBody>
      </p:sp>
      <p:sp>
        <p:nvSpPr>
          <p:cNvPr id="89" name="正方形/長方形 88"/>
          <p:cNvSpPr/>
          <p:nvPr/>
        </p:nvSpPr>
        <p:spPr>
          <a:xfrm>
            <a:off x="4135681" y="1349025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o</a:t>
            </a:r>
            <a:r>
              <a:rPr lang="en-US" altLang="ja-JP" u="sng" dirty="0" err="1"/>
              <a:t>rder_id</a:t>
            </a:r>
            <a:endParaRPr lang="ja-JP" altLang="en-US" u="sng" dirty="0"/>
          </a:p>
        </p:txBody>
      </p:sp>
      <p:sp>
        <p:nvSpPr>
          <p:cNvPr id="92" name="正方形/長方形 91"/>
          <p:cNvSpPr/>
          <p:nvPr/>
        </p:nvSpPr>
        <p:spPr>
          <a:xfrm>
            <a:off x="4054844" y="1757214"/>
            <a:ext cx="1323798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item_code</a:t>
            </a:r>
            <a:endParaRPr lang="ja-JP" altLang="en-US" u="sng" dirty="0"/>
          </a:p>
        </p:txBody>
      </p:sp>
      <p:sp>
        <p:nvSpPr>
          <p:cNvPr id="101" name="正方形/長方形 100"/>
          <p:cNvSpPr/>
          <p:nvPr/>
        </p:nvSpPr>
        <p:spPr>
          <a:xfrm>
            <a:off x="6568608" y="1772875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/>
              <a:t>code</a:t>
            </a:r>
            <a:endParaRPr lang="ja-JP" altLang="en-US" u="sng" dirty="0"/>
          </a:p>
        </p:txBody>
      </p:sp>
      <p:sp>
        <p:nvSpPr>
          <p:cNvPr id="129" name="正方形/長方形 128"/>
          <p:cNvSpPr/>
          <p:nvPr/>
        </p:nvSpPr>
        <p:spPr>
          <a:xfrm>
            <a:off x="7748646" y="3556225"/>
            <a:ext cx="1323798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item_code</a:t>
            </a:r>
            <a:endParaRPr lang="ja-JP" altLang="en-US" u="sng" dirty="0"/>
          </a:p>
        </p:txBody>
      </p:sp>
      <p:sp>
        <p:nvSpPr>
          <p:cNvPr id="130" name="正方形/長方形 129"/>
          <p:cNvSpPr/>
          <p:nvPr/>
        </p:nvSpPr>
        <p:spPr>
          <a:xfrm>
            <a:off x="7584606" y="3954431"/>
            <a:ext cx="1781813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category_code</a:t>
            </a:r>
            <a:endParaRPr lang="ja-JP" altLang="en-US" u="sng" dirty="0"/>
          </a:p>
        </p:txBody>
      </p:sp>
      <p:sp>
        <p:nvSpPr>
          <p:cNvPr id="135" name="正方形/長方形 134"/>
          <p:cNvSpPr/>
          <p:nvPr/>
        </p:nvSpPr>
        <p:spPr>
          <a:xfrm>
            <a:off x="9140300" y="1788314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/>
              <a:t>code</a:t>
            </a:r>
            <a:endParaRPr lang="ja-JP" altLang="en-US" u="sng" dirty="0"/>
          </a:p>
        </p:txBody>
      </p:sp>
      <p:sp>
        <p:nvSpPr>
          <p:cNvPr id="138" name="正方形/長方形 137"/>
          <p:cNvSpPr/>
          <p:nvPr/>
        </p:nvSpPr>
        <p:spPr>
          <a:xfrm>
            <a:off x="4155345" y="5177019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o</a:t>
            </a:r>
            <a:r>
              <a:rPr lang="en-US" altLang="ja-JP" u="sng" dirty="0" err="1"/>
              <a:t>rder_id</a:t>
            </a:r>
            <a:endParaRPr lang="ja-JP" altLang="en-US" u="sng" dirty="0"/>
          </a:p>
        </p:txBody>
      </p:sp>
      <p:sp>
        <p:nvSpPr>
          <p:cNvPr id="139" name="正方形/長方形 138"/>
          <p:cNvSpPr/>
          <p:nvPr/>
        </p:nvSpPr>
        <p:spPr>
          <a:xfrm>
            <a:off x="3920130" y="5695788"/>
            <a:ext cx="1632555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 err="1"/>
              <a:t>coupon_code</a:t>
            </a:r>
            <a:endParaRPr lang="ja-JP" altLang="en-US" u="sng" dirty="0"/>
          </a:p>
        </p:txBody>
      </p:sp>
      <p:sp>
        <p:nvSpPr>
          <p:cNvPr id="148" name="正方形/長方形 147"/>
          <p:cNvSpPr/>
          <p:nvPr/>
        </p:nvSpPr>
        <p:spPr>
          <a:xfrm>
            <a:off x="6835299" y="5695788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/>
              <a:t>code</a:t>
            </a:r>
            <a:endParaRPr lang="ja-JP" altLang="en-US" u="sng" dirty="0"/>
          </a:p>
        </p:txBody>
      </p:sp>
      <p:sp>
        <p:nvSpPr>
          <p:cNvPr id="151" name="正方形/長方形 150"/>
          <p:cNvSpPr/>
          <p:nvPr/>
        </p:nvSpPr>
        <p:spPr>
          <a:xfrm>
            <a:off x="1879611" y="3392609"/>
            <a:ext cx="1323798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s</a:t>
            </a:r>
            <a:r>
              <a:rPr lang="en-US" altLang="ja-JP" dirty="0" err="1"/>
              <a:t>tatus_code</a:t>
            </a:r>
            <a:endParaRPr lang="ja-JP" altLang="en-US" dirty="0"/>
          </a:p>
        </p:txBody>
      </p:sp>
      <p:sp>
        <p:nvSpPr>
          <p:cNvPr id="153" name="角丸四角形 152"/>
          <p:cNvSpPr/>
          <p:nvPr/>
        </p:nvSpPr>
        <p:spPr>
          <a:xfrm>
            <a:off x="3762817" y="2709316"/>
            <a:ext cx="1911418" cy="1078086"/>
          </a:xfrm>
          <a:prstGeom prst="round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&lt;table&gt;</a:t>
            </a:r>
          </a:p>
          <a:p>
            <a:pPr algn="ctr"/>
            <a:r>
              <a:rPr lang="en-US" altLang="ja-JP" sz="2000" dirty="0" err="1"/>
              <a:t>c_order_status</a:t>
            </a:r>
            <a:endParaRPr lang="ja-JP" altLang="en-US" sz="2000" dirty="0"/>
          </a:p>
        </p:txBody>
      </p:sp>
      <p:sp>
        <p:nvSpPr>
          <p:cNvPr id="154" name="正方形/長方形 153"/>
          <p:cNvSpPr/>
          <p:nvPr/>
        </p:nvSpPr>
        <p:spPr>
          <a:xfrm>
            <a:off x="4147296" y="3397379"/>
            <a:ext cx="1142460" cy="321084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1">
                  <a:lumMod val="65000"/>
                </a:schemeClr>
              </a:gs>
            </a:gsLst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u="sng" dirty="0"/>
              <a:t>code</a:t>
            </a:r>
            <a:endParaRPr lang="ja-JP" altLang="en-US" u="sng" dirty="0"/>
          </a:p>
        </p:txBody>
      </p:sp>
      <p:cxnSp>
        <p:nvCxnSpPr>
          <p:cNvPr id="155" name="直線コネクタ 57"/>
          <p:cNvCxnSpPr>
            <a:stCxn id="151" idx="3"/>
            <a:endCxn id="154" idx="1"/>
          </p:cNvCxnSpPr>
          <p:nvPr/>
        </p:nvCxnSpPr>
        <p:spPr>
          <a:xfrm>
            <a:off x="3203410" y="3553151"/>
            <a:ext cx="943887" cy="477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/>
          <p:cNvSpPr txBox="1"/>
          <p:nvPr/>
        </p:nvSpPr>
        <p:spPr>
          <a:xfrm>
            <a:off x="1669042" y="181505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endParaRPr lang="ja-JP" altLang="en-US" dirty="0"/>
          </a:p>
        </p:txBody>
      </p:sp>
      <p:sp>
        <p:nvSpPr>
          <p:cNvPr id="163" name="テキスト ボックス 162"/>
          <p:cNvSpPr txBox="1"/>
          <p:nvPr/>
        </p:nvSpPr>
        <p:spPr>
          <a:xfrm>
            <a:off x="3755920" y="16746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</a:t>
            </a:r>
            <a:endParaRPr lang="ja-JP" altLang="en-US" dirty="0"/>
          </a:p>
        </p:txBody>
      </p:sp>
      <p:sp>
        <p:nvSpPr>
          <p:cNvPr id="164" name="テキスト ボックス 163"/>
          <p:cNvSpPr txBox="1"/>
          <p:nvPr/>
        </p:nvSpPr>
        <p:spPr>
          <a:xfrm>
            <a:off x="3612094" y="410039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</a:t>
            </a:r>
            <a:endParaRPr lang="ja-JP" altLang="en-US" dirty="0"/>
          </a:p>
        </p:txBody>
      </p:sp>
      <p:sp>
        <p:nvSpPr>
          <p:cNvPr id="165" name="テキスト ボックス 164"/>
          <p:cNvSpPr txBox="1"/>
          <p:nvPr/>
        </p:nvSpPr>
        <p:spPr>
          <a:xfrm>
            <a:off x="6321580" y="64154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(4)</a:t>
            </a:r>
            <a:endParaRPr lang="ja-JP" altLang="en-US" dirty="0"/>
          </a:p>
        </p:txBody>
      </p:sp>
      <p:sp>
        <p:nvSpPr>
          <p:cNvPr id="166" name="テキスト ボックス 165"/>
          <p:cNvSpPr txBox="1"/>
          <p:nvPr/>
        </p:nvSpPr>
        <p:spPr>
          <a:xfrm>
            <a:off x="8893272" y="65873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(5)</a:t>
            </a:r>
            <a:endParaRPr lang="ja-JP" altLang="en-US" dirty="0"/>
          </a:p>
        </p:txBody>
      </p:sp>
      <p:sp>
        <p:nvSpPr>
          <p:cNvPr id="167" name="テキスト ボックス 166"/>
          <p:cNvSpPr txBox="1"/>
          <p:nvPr/>
        </p:nvSpPr>
        <p:spPr>
          <a:xfrm>
            <a:off x="7363230" y="242478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(6)</a:t>
            </a:r>
            <a:endParaRPr lang="ja-JP" altLang="en-US" dirty="0"/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6522862" y="459625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(7)</a:t>
            </a:r>
            <a:endParaRPr lang="ja-JP" altLang="en-US" dirty="0"/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3734315" y="239641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(8)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93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>
            <a:stCxn id="25" idx="0"/>
            <a:endCxn id="26" idx="1"/>
          </p:cNvCxnSpPr>
          <p:nvPr/>
        </p:nvCxnSpPr>
        <p:spPr>
          <a:xfrm rot="5400000" flipH="1" flipV="1">
            <a:off x="2499360" y="1927750"/>
            <a:ext cx="1055882" cy="805297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25" idx="2"/>
            <a:endCxn id="32" idx="1"/>
          </p:cNvCxnSpPr>
          <p:nvPr/>
        </p:nvCxnSpPr>
        <p:spPr>
          <a:xfrm rot="16200000" flipH="1">
            <a:off x="2483002" y="3654181"/>
            <a:ext cx="1088598" cy="805297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>
            <a:stCxn id="26" idx="3"/>
            <a:endCxn id="27" idx="1"/>
          </p:cNvCxnSpPr>
          <p:nvPr/>
        </p:nvCxnSpPr>
        <p:spPr>
          <a:xfrm>
            <a:off x="5221330" y="1802457"/>
            <a:ext cx="801542" cy="420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>
            <a:stCxn id="32" idx="3"/>
            <a:endCxn id="49" idx="1"/>
          </p:cNvCxnSpPr>
          <p:nvPr/>
        </p:nvCxnSpPr>
        <p:spPr>
          <a:xfrm>
            <a:off x="5221330" y="4601128"/>
            <a:ext cx="87228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>
            <a:off x="1728963" y="2858338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</a:t>
            </a:r>
          </a:p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Order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3429950" y="1475360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</a:t>
            </a:r>
          </a:p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7" name="角丸四角形 26"/>
          <p:cNvSpPr/>
          <p:nvPr/>
        </p:nvSpPr>
        <p:spPr>
          <a:xfrm>
            <a:off x="6022873" y="14795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 </a:t>
            </a:r>
          </a:p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8707100" y="14795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 </a:t>
            </a:r>
          </a:p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3429950" y="4274032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 </a:t>
            </a:r>
          </a:p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OrderCoupon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cxnSp>
        <p:nvCxnSpPr>
          <p:cNvPr id="43" name="直線コネクタ 57"/>
          <p:cNvCxnSpPr>
            <a:stCxn id="27" idx="3"/>
            <a:endCxn id="28" idx="1"/>
          </p:cNvCxnSpPr>
          <p:nvPr/>
        </p:nvCxnSpPr>
        <p:spPr>
          <a:xfrm>
            <a:off x="7624729" y="1806661"/>
            <a:ext cx="108237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角丸四角形 48"/>
          <p:cNvSpPr/>
          <p:nvPr/>
        </p:nvSpPr>
        <p:spPr>
          <a:xfrm>
            <a:off x="6093613" y="4274032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 </a:t>
            </a:r>
          </a:p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Coupon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820352" y="1420318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1…n</a:t>
            </a:r>
            <a:endParaRPr lang="ja-JP" altLang="en-US" dirty="0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820351" y="4590622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1…n</a:t>
            </a:r>
            <a:endParaRPr lang="ja-JP" altLang="en-US" dirty="0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688577" y="1462845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747569" y="4259415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8126806" y="1482284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1…n</a:t>
            </a:r>
            <a:endParaRPr lang="ja-JP" altLang="en-US" dirty="0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1728963" y="248900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endParaRPr lang="ja-JP" altLang="en-US" dirty="0"/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3520343" y="109351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</a:t>
            </a:r>
            <a:endParaRPr lang="ja-JP" altLang="en-US" dirty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489630" y="391106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</a:t>
            </a:r>
            <a:endParaRPr lang="ja-JP" altLang="en-US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6041319" y="110602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(4)</a:t>
            </a:r>
            <a:endParaRPr lang="ja-JP" altLang="en-US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8707099" y="111953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(5)</a:t>
            </a:r>
            <a:endParaRPr lang="ja-JP" altLang="en-US" dirty="0"/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6135792" y="391106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(6)</a:t>
            </a:r>
            <a:endParaRPr lang="ja-JP" altLang="en-US" dirty="0"/>
          </a:p>
        </p:txBody>
      </p:sp>
      <p:sp>
        <p:nvSpPr>
          <p:cNvPr id="65" name="角丸四角形 64"/>
          <p:cNvSpPr/>
          <p:nvPr/>
        </p:nvSpPr>
        <p:spPr>
          <a:xfrm>
            <a:off x="4471314" y="2858337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&lt;model&gt;</a:t>
            </a:r>
          </a:p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OrderStatus</a:t>
            </a:r>
            <a:endParaRPr lang="ja-JP" altLang="en-US" sz="2000" dirty="0">
              <a:solidFill>
                <a:schemeClr val="bg1"/>
              </a:solidFill>
            </a:endParaRPr>
          </a:p>
        </p:txBody>
      </p:sp>
      <p:cxnSp>
        <p:nvCxnSpPr>
          <p:cNvPr id="66" name="直線コネクタ 57"/>
          <p:cNvCxnSpPr>
            <a:stCxn id="25" idx="3"/>
            <a:endCxn id="65" idx="1"/>
          </p:cNvCxnSpPr>
          <p:nvPr/>
        </p:nvCxnSpPr>
        <p:spPr>
          <a:xfrm flipV="1">
            <a:off x="3520344" y="3185434"/>
            <a:ext cx="950971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/>
          <p:cNvSpPr txBox="1"/>
          <p:nvPr/>
        </p:nvSpPr>
        <p:spPr>
          <a:xfrm>
            <a:off x="4148657" y="2861094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471314" y="250158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(7)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8849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40" y="2464824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正方形/長方形 9"/>
          <p:cNvSpPr/>
          <p:nvPr/>
        </p:nvSpPr>
        <p:spPr>
          <a:xfrm>
            <a:off x="1170039" y="2689851"/>
            <a:ext cx="10156722" cy="535131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1170039" y="3265232"/>
            <a:ext cx="10156722" cy="10855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線吹き出し 1 (枠付き) 11"/>
          <p:cNvSpPr/>
          <p:nvPr/>
        </p:nvSpPr>
        <p:spPr>
          <a:xfrm>
            <a:off x="5151717" y="4526050"/>
            <a:ext cx="1809522" cy="612648"/>
          </a:xfrm>
          <a:prstGeom prst="borderCallout1">
            <a:avLst>
              <a:gd name="adj1" fmla="val 57267"/>
              <a:gd name="adj2" fmla="val -7042"/>
              <a:gd name="adj3" fmla="val -41569"/>
              <a:gd name="adj4" fmla="val -41392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Records for </a:t>
            </a:r>
            <a:endParaRPr lang="en-US" altLang="ja-JP" sz="1400" b="1" dirty="0">
              <a:solidFill>
                <a:schemeClr val="accent1"/>
              </a:solidFill>
            </a:endParaRPr>
          </a:p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“</a:t>
            </a:r>
            <a:r>
              <a:rPr lang="en-US" altLang="ja-JP" sz="1400" b="1" dirty="0">
                <a:solidFill>
                  <a:schemeClr val="accent1"/>
                </a:solidFill>
              </a:rPr>
              <a:t>1” of order id</a:t>
            </a:r>
          </a:p>
        </p:txBody>
      </p:sp>
      <p:sp>
        <p:nvSpPr>
          <p:cNvPr id="13" name="線吹き出し 1 (枠付き) 12"/>
          <p:cNvSpPr/>
          <p:nvPr/>
        </p:nvSpPr>
        <p:spPr>
          <a:xfrm>
            <a:off x="4558863" y="1758270"/>
            <a:ext cx="1809522" cy="612648"/>
          </a:xfrm>
          <a:prstGeom prst="borderCallout1">
            <a:avLst>
              <a:gd name="adj1" fmla="val 57267"/>
              <a:gd name="adj2" fmla="val -7042"/>
              <a:gd name="adj3" fmla="val 155831"/>
              <a:gd name="adj4" fmla="val -27265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3"/>
                </a:solidFill>
              </a:rPr>
              <a:t>Records for </a:t>
            </a:r>
            <a:endParaRPr lang="en-US" altLang="ja-JP" sz="1400" b="1" dirty="0">
              <a:solidFill>
                <a:schemeClr val="accent3"/>
              </a:solidFill>
            </a:endParaRPr>
          </a:p>
          <a:p>
            <a:pPr algn="ctr"/>
            <a:r>
              <a:rPr lang="en-US" altLang="ja-JP" sz="1400" b="1" dirty="0">
                <a:solidFill>
                  <a:schemeClr val="accent3"/>
                </a:solidFill>
              </a:rPr>
              <a:t>“2” </a:t>
            </a:r>
            <a:r>
              <a:rPr lang="en-US" altLang="ja-JP" sz="1400" b="1" dirty="0">
                <a:solidFill>
                  <a:schemeClr val="accent3"/>
                </a:solidFill>
              </a:rPr>
              <a:t>of order id</a:t>
            </a:r>
          </a:p>
        </p:txBody>
      </p:sp>
    </p:spTree>
    <p:extLst>
      <p:ext uri="{BB962C8B-B14F-4D97-AF65-F5344CB8AC3E}">
        <p14:creationId xmlns:p14="http://schemas.microsoft.com/office/powerpoint/2010/main" val="52769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-285750"/>
            <a:ext cx="5829300" cy="737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正方形/長方形 7"/>
          <p:cNvSpPr/>
          <p:nvPr/>
        </p:nvSpPr>
        <p:spPr>
          <a:xfrm>
            <a:off x="6099382" y="11984"/>
            <a:ext cx="1920669" cy="235667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4381500" y="1050209"/>
            <a:ext cx="1504950" cy="178517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261307" y="304801"/>
            <a:ext cx="1920669" cy="23566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4381501" y="1743076"/>
            <a:ext cx="1400175" cy="2286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6499432" y="603609"/>
            <a:ext cx="1920669" cy="23566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4314825" y="4289785"/>
            <a:ext cx="1651207" cy="23459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5966032" y="2033588"/>
            <a:ext cx="1484209" cy="235667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4314825" y="2581276"/>
            <a:ext cx="1171576" cy="257175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6346186" y="3173054"/>
            <a:ext cx="1769115" cy="23566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4314825" y="3590925"/>
            <a:ext cx="1397103" cy="23812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" name="直線矢印コネクタ 2"/>
          <p:cNvCxnSpPr>
            <a:stCxn id="8" idx="1"/>
            <a:endCxn id="9" idx="0"/>
          </p:cNvCxnSpPr>
          <p:nvPr/>
        </p:nvCxnSpPr>
        <p:spPr>
          <a:xfrm flipH="1">
            <a:off x="5133975" y="129818"/>
            <a:ext cx="965406" cy="920391"/>
          </a:xfrm>
          <a:prstGeom prst="straightConnector1">
            <a:avLst/>
          </a:prstGeom>
          <a:ln>
            <a:solidFill>
              <a:schemeClr val="accent3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>
            <a:stCxn id="10" idx="1"/>
            <a:endCxn id="11" idx="0"/>
          </p:cNvCxnSpPr>
          <p:nvPr/>
        </p:nvCxnSpPr>
        <p:spPr>
          <a:xfrm flipH="1">
            <a:off x="5081588" y="422634"/>
            <a:ext cx="1179718" cy="132044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>
            <a:stCxn id="12" idx="3"/>
            <a:endCxn id="13" idx="0"/>
          </p:cNvCxnSpPr>
          <p:nvPr/>
        </p:nvCxnSpPr>
        <p:spPr>
          <a:xfrm flipH="1">
            <a:off x="5140428" y="721442"/>
            <a:ext cx="3279672" cy="3568342"/>
          </a:xfrm>
          <a:prstGeom prst="bentConnector4">
            <a:avLst>
              <a:gd name="adj1" fmla="val -11617"/>
              <a:gd name="adj2" fmla="val 93826"/>
            </a:avLst>
          </a:prstGeom>
          <a:ln>
            <a:solidFill>
              <a:schemeClr val="accent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14" idx="1"/>
            <a:endCxn id="15" idx="0"/>
          </p:cNvCxnSpPr>
          <p:nvPr/>
        </p:nvCxnSpPr>
        <p:spPr>
          <a:xfrm flipH="1">
            <a:off x="4900613" y="2151421"/>
            <a:ext cx="1065418" cy="429854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/>
          <p:cNvCxnSpPr>
            <a:stCxn id="16" idx="1"/>
          </p:cNvCxnSpPr>
          <p:nvPr/>
        </p:nvCxnSpPr>
        <p:spPr>
          <a:xfrm flipH="1">
            <a:off x="5013375" y="3290887"/>
            <a:ext cx="1332810" cy="300038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>
            <a:off x="6118432" y="4578530"/>
            <a:ext cx="1651207" cy="234591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4314825" y="5006616"/>
            <a:ext cx="1301854" cy="234591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45" name="直線矢印コネクタ 44"/>
          <p:cNvCxnSpPr>
            <a:endCxn id="44" idx="0"/>
          </p:cNvCxnSpPr>
          <p:nvPr/>
        </p:nvCxnSpPr>
        <p:spPr>
          <a:xfrm flipH="1">
            <a:off x="4965752" y="4695825"/>
            <a:ext cx="1152680" cy="310791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/>
          <p:cNvSpPr/>
          <p:nvPr/>
        </p:nvSpPr>
        <p:spPr>
          <a:xfrm>
            <a:off x="5406281" y="5844816"/>
            <a:ext cx="1301854" cy="2345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9" name="正方形/長方形 48"/>
          <p:cNvSpPr/>
          <p:nvPr/>
        </p:nvSpPr>
        <p:spPr>
          <a:xfrm>
            <a:off x="4215657" y="-257176"/>
            <a:ext cx="1301854" cy="2345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50" name="直線矢印コネクタ 23"/>
          <p:cNvCxnSpPr>
            <a:stCxn id="48" idx="1"/>
            <a:endCxn id="49" idx="0"/>
          </p:cNvCxnSpPr>
          <p:nvPr/>
        </p:nvCxnSpPr>
        <p:spPr>
          <a:xfrm rot="10800000">
            <a:off x="4866586" y="-257175"/>
            <a:ext cx="539697" cy="6219287"/>
          </a:xfrm>
          <a:prstGeom prst="bentConnector4">
            <a:avLst>
              <a:gd name="adj1" fmla="val 402392"/>
              <a:gd name="adj2" fmla="val 103676"/>
            </a:avLst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4866584" y="-62650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endParaRPr lang="ja-JP" altLang="en-US" dirty="0"/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4744377" y="72442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</a:t>
            </a:r>
            <a:endParaRPr lang="ja-JP" altLang="en-US" dirty="0"/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4754827" y="141236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</a:t>
            </a:r>
            <a:endParaRPr lang="ja-JP" altLang="en-US" dirty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600737" y="226239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(4)</a:t>
            </a:r>
            <a:endParaRPr lang="ja-JP" altLang="en-US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658045" y="326576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(5)</a:t>
            </a:r>
            <a:endParaRPr lang="ja-JP" altLang="en-US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4715802" y="396154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(6)</a:t>
            </a:r>
            <a:endParaRPr lang="ja-JP" altLang="en-US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659577" y="469582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(7)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466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68" y="2641800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正方形/長方形 9"/>
          <p:cNvSpPr/>
          <p:nvPr/>
        </p:nvSpPr>
        <p:spPr>
          <a:xfrm>
            <a:off x="-593163" y="2625214"/>
            <a:ext cx="337524" cy="19025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1335574" y="2591529"/>
            <a:ext cx="1879574" cy="1936221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297109" y="2605548"/>
            <a:ext cx="5178297" cy="1922201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8532788" y="2620294"/>
            <a:ext cx="2644800" cy="190745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線吹き出し 1 (枠付き) 13"/>
          <p:cNvSpPr/>
          <p:nvPr/>
        </p:nvSpPr>
        <p:spPr>
          <a:xfrm>
            <a:off x="3511032" y="1848933"/>
            <a:ext cx="2414626" cy="612648"/>
          </a:xfrm>
          <a:prstGeom prst="borderCallout1">
            <a:avLst>
              <a:gd name="adj1" fmla="val 73316"/>
              <a:gd name="adj2" fmla="val -2225"/>
              <a:gd name="adj3" fmla="val 134968"/>
              <a:gd name="adj4" fmla="val -23267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delegated to</a:t>
            </a:r>
          </a:p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order.orderStatusResultMap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線吹き出し 1 (枠付き) 15"/>
          <p:cNvSpPr/>
          <p:nvPr/>
        </p:nvSpPr>
        <p:spPr>
          <a:xfrm>
            <a:off x="4853465" y="4803554"/>
            <a:ext cx="2414626" cy="612648"/>
          </a:xfrm>
          <a:prstGeom prst="borderCallout1">
            <a:avLst>
              <a:gd name="adj1" fmla="val 18750"/>
              <a:gd name="adj2" fmla="val -8333"/>
              <a:gd name="adj3" fmla="val -49593"/>
              <a:gd name="adj4" fmla="val -33447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delegated to </a:t>
            </a:r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order.orderItemResultMap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線吹き出し 1 (枠付き) 16"/>
          <p:cNvSpPr/>
          <p:nvPr/>
        </p:nvSpPr>
        <p:spPr>
          <a:xfrm>
            <a:off x="6060779" y="1834898"/>
            <a:ext cx="2640769" cy="612648"/>
          </a:xfrm>
          <a:prstGeom prst="borderCallout1">
            <a:avLst>
              <a:gd name="adj1" fmla="val 70107"/>
              <a:gd name="adj2" fmla="val 105274"/>
              <a:gd name="adj3" fmla="val 151017"/>
              <a:gd name="adj4" fmla="val 132282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</a:t>
            </a:r>
            <a:r>
              <a:rPr lang="en-US" altLang="ja-JP" sz="1400" i="1" dirty="0">
                <a:solidFill>
                  <a:schemeClr val="tx1"/>
                </a:solidFill>
              </a:rPr>
              <a:t>delegated</a:t>
            </a:r>
            <a:r>
              <a:rPr lang="ja-JP" altLang="en-US" sz="1400" i="1" dirty="0">
                <a:solidFill>
                  <a:schemeClr val="tx1"/>
                </a:solidFill>
              </a:rPr>
              <a:t>　</a:t>
            </a:r>
            <a:r>
              <a:rPr lang="en-US" altLang="ja-JP" sz="1400" i="1" dirty="0">
                <a:solidFill>
                  <a:schemeClr val="tx1"/>
                </a:solidFill>
              </a:rPr>
              <a:t>to</a:t>
            </a:r>
            <a:r>
              <a:rPr lang="ja-JP" altLang="en-US" sz="1400" i="1" dirty="0">
                <a:solidFill>
                  <a:schemeClr val="tx1"/>
                </a:solidFill>
              </a:rPr>
              <a:t>　</a:t>
            </a:r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order.orderCouponResultMap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線吹き出し 1 (枠付き) 17"/>
          <p:cNvSpPr/>
          <p:nvPr/>
        </p:nvSpPr>
        <p:spPr>
          <a:xfrm>
            <a:off x="1524001" y="4681984"/>
            <a:ext cx="1378129" cy="612648"/>
          </a:xfrm>
          <a:prstGeom prst="borderCallout1">
            <a:avLst>
              <a:gd name="adj1" fmla="val 18750"/>
              <a:gd name="adj2" fmla="val -8333"/>
              <a:gd name="adj3" fmla="val -39964"/>
              <a:gd name="adj4" fmla="val -27054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-624349" y="2605550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線吹き出し 1 (枠付き) 19"/>
          <p:cNvSpPr/>
          <p:nvPr/>
        </p:nvSpPr>
        <p:spPr>
          <a:xfrm>
            <a:off x="1513782" y="1822179"/>
            <a:ext cx="1523158" cy="612648"/>
          </a:xfrm>
          <a:prstGeom prst="borderCallout1">
            <a:avLst>
              <a:gd name="adj1" fmla="val 57267"/>
              <a:gd name="adj2" fmla="val -7042"/>
              <a:gd name="adj3" fmla="val 139782"/>
              <a:gd name="adj4" fmla="val -30418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3" name="円/楕円 22"/>
          <p:cNvSpPr/>
          <p:nvPr/>
        </p:nvSpPr>
        <p:spPr>
          <a:xfrm>
            <a:off x="-624349" y="2890684"/>
            <a:ext cx="368710" cy="500216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5" name="円/楕円 24"/>
          <p:cNvSpPr/>
          <p:nvPr/>
        </p:nvSpPr>
        <p:spPr>
          <a:xfrm>
            <a:off x="-608756" y="3390900"/>
            <a:ext cx="368710" cy="113685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6" name="直線コネクタ 25"/>
          <p:cNvCxnSpPr/>
          <p:nvPr/>
        </p:nvCxnSpPr>
        <p:spPr>
          <a:xfrm>
            <a:off x="704850" y="3390900"/>
            <a:ext cx="1072515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47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72" y="2641800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正方形/長方形 23"/>
          <p:cNvSpPr/>
          <p:nvPr/>
        </p:nvSpPr>
        <p:spPr>
          <a:xfrm>
            <a:off x="-589930" y="3057526"/>
            <a:ext cx="334289" cy="31432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1288025" y="3324225"/>
            <a:ext cx="2028747" cy="12382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線吹き出し 1 (枠付き) 14"/>
          <p:cNvSpPr/>
          <p:nvPr/>
        </p:nvSpPr>
        <p:spPr>
          <a:xfrm>
            <a:off x="2302398" y="4685873"/>
            <a:ext cx="1378129" cy="612648"/>
          </a:xfrm>
          <a:prstGeom prst="borderCallout1">
            <a:avLst>
              <a:gd name="adj1" fmla="val 18750"/>
              <a:gd name="adj2" fmla="val -8333"/>
              <a:gd name="adj3" fmla="val -39964"/>
              <a:gd name="adj4" fmla="val -27054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-624349" y="2625214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線吹き出し 1 (枠付き) 18"/>
          <p:cNvSpPr/>
          <p:nvPr/>
        </p:nvSpPr>
        <p:spPr>
          <a:xfrm>
            <a:off x="1724785" y="1810741"/>
            <a:ext cx="1523158" cy="612648"/>
          </a:xfrm>
          <a:prstGeom prst="borderCallout1">
            <a:avLst>
              <a:gd name="adj1" fmla="val 50848"/>
              <a:gd name="adj2" fmla="val -7042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2" name="円/楕円 21"/>
          <p:cNvSpPr/>
          <p:nvPr/>
        </p:nvSpPr>
        <p:spPr>
          <a:xfrm>
            <a:off x="1316600" y="3371850"/>
            <a:ext cx="1959919" cy="1155900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3" name="直線コネクタ 22"/>
          <p:cNvCxnSpPr/>
          <p:nvPr/>
        </p:nvCxnSpPr>
        <p:spPr>
          <a:xfrm>
            <a:off x="704850" y="3371850"/>
            <a:ext cx="1072515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>
            <a:off x="-255640" y="2910348"/>
            <a:ext cx="0" cy="15844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/>
          <p:cNvSpPr/>
          <p:nvPr/>
        </p:nvSpPr>
        <p:spPr>
          <a:xfrm>
            <a:off x="-589929" y="3638550"/>
            <a:ext cx="334289" cy="87967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1253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0" y="2641800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正方形/長方形 38"/>
          <p:cNvSpPr/>
          <p:nvPr/>
        </p:nvSpPr>
        <p:spPr>
          <a:xfrm>
            <a:off x="934072" y="3624262"/>
            <a:ext cx="2324935" cy="91301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934071" y="3076575"/>
            <a:ext cx="2367647" cy="342900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3259006" y="3371850"/>
            <a:ext cx="1502262" cy="1194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952569" y="3238501"/>
            <a:ext cx="4522837" cy="1417468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線吹き出し 1 (枠付き) 15"/>
          <p:cNvSpPr/>
          <p:nvPr/>
        </p:nvSpPr>
        <p:spPr>
          <a:xfrm>
            <a:off x="6304532" y="4889339"/>
            <a:ext cx="2414626" cy="612648"/>
          </a:xfrm>
          <a:prstGeom prst="borderCallout1">
            <a:avLst>
              <a:gd name="adj1" fmla="val 18750"/>
              <a:gd name="adj2" fmla="val -8333"/>
              <a:gd name="adj3" fmla="val -49593"/>
              <a:gd name="adj4" fmla="val -33447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delegated to </a:t>
            </a:r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order.itemResultMap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線吹き出し 1 (枠付き) 17"/>
          <p:cNvSpPr/>
          <p:nvPr/>
        </p:nvSpPr>
        <p:spPr>
          <a:xfrm>
            <a:off x="1880878" y="4725992"/>
            <a:ext cx="1378129" cy="612648"/>
          </a:xfrm>
          <a:prstGeom prst="borderCallout1">
            <a:avLst>
              <a:gd name="adj1" fmla="val 18750"/>
              <a:gd name="adj2" fmla="val 106399"/>
              <a:gd name="adj3" fmla="val -50847"/>
              <a:gd name="adj4" fmla="val 125000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-563666" y="2625215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3962401" y="2662201"/>
            <a:ext cx="78657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線吹き出し 1 (枠付き) 20"/>
          <p:cNvSpPr/>
          <p:nvPr/>
        </p:nvSpPr>
        <p:spPr>
          <a:xfrm>
            <a:off x="1808363" y="1810741"/>
            <a:ext cx="1523158" cy="612648"/>
          </a:xfrm>
          <a:prstGeom prst="borderCallout1">
            <a:avLst>
              <a:gd name="adj1" fmla="val 54057"/>
              <a:gd name="adj2" fmla="val -6396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22" name="直線コネクタ 21"/>
          <p:cNvCxnSpPr/>
          <p:nvPr/>
        </p:nvCxnSpPr>
        <p:spPr>
          <a:xfrm>
            <a:off x="3403649" y="2117065"/>
            <a:ext cx="612021" cy="56479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円/楕円 23"/>
          <p:cNvSpPr/>
          <p:nvPr/>
        </p:nvSpPr>
        <p:spPr>
          <a:xfrm>
            <a:off x="3331522" y="3429001"/>
            <a:ext cx="1417459" cy="39052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5" name="円/楕円 24"/>
          <p:cNvSpPr/>
          <p:nvPr/>
        </p:nvSpPr>
        <p:spPr>
          <a:xfrm>
            <a:off x="3292192" y="3819526"/>
            <a:ext cx="1469076" cy="70822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6" name="直線コネクタ 25"/>
          <p:cNvCxnSpPr/>
          <p:nvPr/>
        </p:nvCxnSpPr>
        <p:spPr>
          <a:xfrm>
            <a:off x="3301717" y="3800475"/>
            <a:ext cx="517368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960793" y="3419475"/>
            <a:ext cx="104406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3301717" y="2804768"/>
            <a:ext cx="0" cy="169006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>
            <a:off x="-214007" y="2910350"/>
            <a:ext cx="0" cy="165550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>
            <a:off x="3267077" y="3076575"/>
            <a:ext cx="521754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59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64" y="2681128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正方形/長方形 24"/>
          <p:cNvSpPr/>
          <p:nvPr/>
        </p:nvSpPr>
        <p:spPr>
          <a:xfrm>
            <a:off x="934072" y="3095626"/>
            <a:ext cx="2323479" cy="3333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3921457" y="3324225"/>
            <a:ext cx="2508840" cy="13144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6489291" y="3754537"/>
            <a:ext cx="1976282" cy="81254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線吹き出し 1 (枠付き) 15"/>
          <p:cNvSpPr/>
          <p:nvPr/>
        </p:nvSpPr>
        <p:spPr>
          <a:xfrm>
            <a:off x="8103836" y="1807859"/>
            <a:ext cx="2414626" cy="612648"/>
          </a:xfrm>
          <a:prstGeom prst="borderCallout1">
            <a:avLst>
              <a:gd name="adj1" fmla="val 70106"/>
              <a:gd name="adj2" fmla="val -4261"/>
              <a:gd name="adj3" fmla="val 334323"/>
              <a:gd name="adj4" fmla="val -29808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delegated to </a:t>
            </a:r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order.categoryResultMap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線吹き出し 1 (枠付き) 17"/>
          <p:cNvSpPr/>
          <p:nvPr/>
        </p:nvSpPr>
        <p:spPr>
          <a:xfrm>
            <a:off x="4816194" y="4786441"/>
            <a:ext cx="1378129" cy="612648"/>
          </a:xfrm>
          <a:prstGeom prst="borderCallout1">
            <a:avLst>
              <a:gd name="adj1" fmla="val 18750"/>
              <a:gd name="adj2" fmla="val -8333"/>
              <a:gd name="adj3" fmla="val -39964"/>
              <a:gd name="adj4" fmla="val -27054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-563666" y="2654711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3960785" y="2659629"/>
            <a:ext cx="757086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線吹き出し 1 (枠付き) 12"/>
          <p:cNvSpPr/>
          <p:nvPr/>
        </p:nvSpPr>
        <p:spPr>
          <a:xfrm>
            <a:off x="1808363" y="1810741"/>
            <a:ext cx="1523158" cy="612648"/>
          </a:xfrm>
          <a:prstGeom prst="borderCallout1">
            <a:avLst>
              <a:gd name="adj1" fmla="val 52453"/>
              <a:gd name="adj2" fmla="val -7688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4" name="直線コネクタ 13"/>
          <p:cNvCxnSpPr/>
          <p:nvPr/>
        </p:nvCxnSpPr>
        <p:spPr>
          <a:xfrm>
            <a:off x="3403649" y="2117065"/>
            <a:ext cx="612021" cy="56479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/>
        </p:nvSpPr>
        <p:spPr>
          <a:xfrm>
            <a:off x="3921457" y="3857625"/>
            <a:ext cx="2508840" cy="65107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0" name="直線コネクタ 19"/>
          <p:cNvCxnSpPr/>
          <p:nvPr/>
        </p:nvCxnSpPr>
        <p:spPr>
          <a:xfrm>
            <a:off x="960793" y="3419475"/>
            <a:ext cx="104406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3257551" y="3810000"/>
            <a:ext cx="520802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3257550" y="2939846"/>
            <a:ext cx="0" cy="155498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円/楕円 23"/>
          <p:cNvSpPr/>
          <p:nvPr/>
        </p:nvSpPr>
        <p:spPr>
          <a:xfrm>
            <a:off x="3932826" y="3429001"/>
            <a:ext cx="2508840" cy="380999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7" name="直線コネクタ 26"/>
          <p:cNvCxnSpPr/>
          <p:nvPr/>
        </p:nvCxnSpPr>
        <p:spPr>
          <a:xfrm>
            <a:off x="-242582" y="2944764"/>
            <a:ext cx="0" cy="160229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/>
          <p:cNvSpPr/>
          <p:nvPr/>
        </p:nvSpPr>
        <p:spPr>
          <a:xfrm>
            <a:off x="934072" y="3624262"/>
            <a:ext cx="2324935" cy="913012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3267076" y="3624104"/>
            <a:ext cx="1549118" cy="18589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3259007" y="4009380"/>
            <a:ext cx="1557187" cy="518371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3257550" y="3266757"/>
            <a:ext cx="1549118" cy="15271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2" name="直線コネクタ 31"/>
          <p:cNvCxnSpPr/>
          <p:nvPr/>
        </p:nvCxnSpPr>
        <p:spPr>
          <a:xfrm>
            <a:off x="3267077" y="3105150"/>
            <a:ext cx="521754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93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64" y="2681128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正方形/長方形 9"/>
          <p:cNvSpPr/>
          <p:nvPr/>
        </p:nvSpPr>
        <p:spPr>
          <a:xfrm>
            <a:off x="6430297" y="3340893"/>
            <a:ext cx="2084438" cy="13073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線吹き出し 1 (枠付き) 17"/>
          <p:cNvSpPr/>
          <p:nvPr/>
        </p:nvSpPr>
        <p:spPr>
          <a:xfrm>
            <a:off x="8465573" y="4826125"/>
            <a:ext cx="1378129" cy="612648"/>
          </a:xfrm>
          <a:prstGeom prst="borderCallout1">
            <a:avLst>
              <a:gd name="adj1" fmla="val 18750"/>
              <a:gd name="adj2" fmla="val -8333"/>
              <a:gd name="adj3" fmla="val -39964"/>
              <a:gd name="adj4" fmla="val -27054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i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i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-563666" y="2654711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3960785" y="2659629"/>
            <a:ext cx="757086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6458181" y="2681863"/>
            <a:ext cx="107332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線吹き出し 1 (枠付き) 12"/>
          <p:cNvSpPr/>
          <p:nvPr/>
        </p:nvSpPr>
        <p:spPr>
          <a:xfrm>
            <a:off x="1808363" y="1810741"/>
            <a:ext cx="1523158" cy="612648"/>
          </a:xfrm>
          <a:prstGeom prst="borderCallout1">
            <a:avLst>
              <a:gd name="adj1" fmla="val 57267"/>
              <a:gd name="adj2" fmla="val -6396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4" name="直線コネクタ 13"/>
          <p:cNvCxnSpPr/>
          <p:nvPr/>
        </p:nvCxnSpPr>
        <p:spPr>
          <a:xfrm>
            <a:off x="3403649" y="2212259"/>
            <a:ext cx="612021" cy="4696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3403649" y="2117065"/>
            <a:ext cx="3193797" cy="56479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/>
        </p:nvSpPr>
        <p:spPr>
          <a:xfrm>
            <a:off x="6458180" y="3863845"/>
            <a:ext cx="2007392" cy="275594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6458180" y="4197221"/>
            <a:ext cx="2007392" cy="340056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2" name="直線コネクタ 21"/>
          <p:cNvCxnSpPr/>
          <p:nvPr/>
        </p:nvCxnSpPr>
        <p:spPr>
          <a:xfrm>
            <a:off x="960793" y="3419475"/>
            <a:ext cx="103644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>
            <a:off x="3283897" y="3819525"/>
            <a:ext cx="529812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6343651" y="4183775"/>
            <a:ext cx="22383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/>
        </p:nvCxnSpPr>
        <p:spPr>
          <a:xfrm>
            <a:off x="3283896" y="2939846"/>
            <a:ext cx="0" cy="155498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/>
        </p:nvCxnSpPr>
        <p:spPr>
          <a:xfrm>
            <a:off x="6400800" y="2939846"/>
            <a:ext cx="0" cy="16272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>
            <a:off x="8560208" y="2939845"/>
            <a:ext cx="0" cy="16272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円/楕円 38"/>
          <p:cNvSpPr/>
          <p:nvPr/>
        </p:nvSpPr>
        <p:spPr>
          <a:xfrm>
            <a:off x="6452226" y="3453623"/>
            <a:ext cx="2013346" cy="327803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43" name="直線コネクタ 42"/>
          <p:cNvCxnSpPr/>
          <p:nvPr/>
        </p:nvCxnSpPr>
        <p:spPr>
          <a:xfrm>
            <a:off x="-268929" y="2944764"/>
            <a:ext cx="0" cy="159571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/>
          <p:cNvSpPr/>
          <p:nvPr/>
        </p:nvSpPr>
        <p:spPr>
          <a:xfrm>
            <a:off x="993063" y="3662203"/>
            <a:ext cx="2290834" cy="8782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5" name="正方形/長方形 44"/>
          <p:cNvSpPr/>
          <p:nvPr/>
        </p:nvSpPr>
        <p:spPr>
          <a:xfrm>
            <a:off x="3283896" y="3649477"/>
            <a:ext cx="3116904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6" name="正方形/長方形 45"/>
          <p:cNvSpPr/>
          <p:nvPr/>
        </p:nvSpPr>
        <p:spPr>
          <a:xfrm>
            <a:off x="3283898" y="4016315"/>
            <a:ext cx="3116903" cy="520963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9" name="正方形/長方形 48"/>
          <p:cNvSpPr/>
          <p:nvPr/>
        </p:nvSpPr>
        <p:spPr>
          <a:xfrm>
            <a:off x="962647" y="3095626"/>
            <a:ext cx="2323479" cy="3333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0" name="正方形/長方形 49"/>
          <p:cNvSpPr/>
          <p:nvPr/>
        </p:nvSpPr>
        <p:spPr>
          <a:xfrm>
            <a:off x="3286125" y="3262313"/>
            <a:ext cx="3114675" cy="157163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51" name="直線コネクタ 50"/>
          <p:cNvCxnSpPr/>
          <p:nvPr/>
        </p:nvCxnSpPr>
        <p:spPr>
          <a:xfrm>
            <a:off x="3267076" y="3105150"/>
            <a:ext cx="52931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25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896" y="2681128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正方形/長方形 9"/>
          <p:cNvSpPr/>
          <p:nvPr/>
        </p:nvSpPr>
        <p:spPr>
          <a:xfrm>
            <a:off x="8493460" y="3448051"/>
            <a:ext cx="876684" cy="11190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8386917" y="3362325"/>
            <a:ext cx="2939844" cy="1288333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線吹き出し 1 (枠付き) 15"/>
          <p:cNvSpPr/>
          <p:nvPr/>
        </p:nvSpPr>
        <p:spPr>
          <a:xfrm>
            <a:off x="6955518" y="1590025"/>
            <a:ext cx="2414626" cy="612648"/>
          </a:xfrm>
          <a:prstGeom prst="borderCallout1">
            <a:avLst>
              <a:gd name="adj1" fmla="val 62082"/>
              <a:gd name="adj2" fmla="val 105275"/>
              <a:gd name="adj3" fmla="val 300972"/>
              <a:gd name="adj4" fmla="val 129075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i="1" dirty="0">
                <a:solidFill>
                  <a:schemeClr val="tx1"/>
                </a:solidFill>
              </a:rPr>
              <a:t>Mapping is delegated to </a:t>
            </a:r>
            <a:r>
              <a:rPr lang="en-US" altLang="ja-JP" sz="1400" i="1" dirty="0">
                <a:solidFill>
                  <a:schemeClr val="tx1"/>
                </a:solidFill>
              </a:rPr>
              <a:t>“</a:t>
            </a:r>
            <a:r>
              <a:rPr lang="en-US" altLang="ja-JP" sz="1400" i="1" dirty="0" err="1">
                <a:solidFill>
                  <a:schemeClr val="tx1"/>
                </a:solidFill>
              </a:rPr>
              <a:t>order.couponResultMap</a:t>
            </a:r>
            <a:r>
              <a:rPr lang="en-US" altLang="ja-JP" sz="1400" i="1" dirty="0">
                <a:solidFill>
                  <a:schemeClr val="tx1"/>
                </a:solidFill>
              </a:rPr>
              <a:t>”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線吹き出し 1 (枠付き) 17"/>
          <p:cNvSpPr/>
          <p:nvPr/>
        </p:nvSpPr>
        <p:spPr>
          <a:xfrm>
            <a:off x="7008788" y="4786441"/>
            <a:ext cx="1378129" cy="612648"/>
          </a:xfrm>
          <a:prstGeom prst="borderCallout1">
            <a:avLst>
              <a:gd name="adj1" fmla="val 18750"/>
              <a:gd name="adj2" fmla="val 103679"/>
              <a:gd name="adj3" fmla="val -39964"/>
              <a:gd name="adj4" fmla="val 143461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-563666" y="2654711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8553259" y="2659629"/>
            <a:ext cx="757086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線吹き出し 1 (枠付き) 8"/>
          <p:cNvSpPr/>
          <p:nvPr/>
        </p:nvSpPr>
        <p:spPr>
          <a:xfrm>
            <a:off x="1808363" y="1810741"/>
            <a:ext cx="1523158" cy="612648"/>
          </a:xfrm>
          <a:prstGeom prst="borderCallout1">
            <a:avLst>
              <a:gd name="adj1" fmla="val 52453"/>
              <a:gd name="adj2" fmla="val -5105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1" name="直線コネクタ 10"/>
          <p:cNvCxnSpPr/>
          <p:nvPr/>
        </p:nvCxnSpPr>
        <p:spPr>
          <a:xfrm>
            <a:off x="3403649" y="2117065"/>
            <a:ext cx="5149611" cy="56479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円/楕円 13"/>
          <p:cNvSpPr/>
          <p:nvPr/>
        </p:nvSpPr>
        <p:spPr>
          <a:xfrm>
            <a:off x="8493460" y="3448051"/>
            <a:ext cx="894736" cy="20313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8519387" y="4007564"/>
            <a:ext cx="894736" cy="20313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7" name="直線コネクタ 16"/>
          <p:cNvCxnSpPr/>
          <p:nvPr/>
        </p:nvCxnSpPr>
        <p:spPr>
          <a:xfrm>
            <a:off x="960793" y="3438525"/>
            <a:ext cx="103644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8332146" y="2939845"/>
            <a:ext cx="0" cy="17108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-268929" y="2944764"/>
            <a:ext cx="0" cy="159571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/>
          <p:cNvSpPr/>
          <p:nvPr/>
        </p:nvSpPr>
        <p:spPr>
          <a:xfrm>
            <a:off x="1002895" y="3662203"/>
            <a:ext cx="2281002" cy="8782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3283896" y="3649477"/>
            <a:ext cx="5048250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7" name="正方形/長方形 26"/>
          <p:cNvSpPr/>
          <p:nvPr/>
        </p:nvSpPr>
        <p:spPr>
          <a:xfrm>
            <a:off x="3283897" y="4016315"/>
            <a:ext cx="3221678" cy="520963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8" name="正方形/長方形 27"/>
          <p:cNvSpPr/>
          <p:nvPr/>
        </p:nvSpPr>
        <p:spPr>
          <a:xfrm>
            <a:off x="6515100" y="4016749"/>
            <a:ext cx="1797996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6515100" y="4348793"/>
            <a:ext cx="1797996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0" name="直線コネクタ 29"/>
          <p:cNvCxnSpPr/>
          <p:nvPr/>
        </p:nvCxnSpPr>
        <p:spPr>
          <a:xfrm>
            <a:off x="6505575" y="2939846"/>
            <a:ext cx="0" cy="163675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3283896" y="2939846"/>
            <a:ext cx="0" cy="155498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/>
          <p:cNvSpPr/>
          <p:nvPr/>
        </p:nvSpPr>
        <p:spPr>
          <a:xfrm>
            <a:off x="962647" y="3095626"/>
            <a:ext cx="2323479" cy="3333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3286125" y="3253990"/>
            <a:ext cx="3219450" cy="16548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7" name="直線コネクタ 36"/>
          <p:cNvCxnSpPr/>
          <p:nvPr/>
        </p:nvCxnSpPr>
        <p:spPr>
          <a:xfrm>
            <a:off x="3267076" y="3105150"/>
            <a:ext cx="506507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6505576" y="4191648"/>
            <a:ext cx="18075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>
            <a:off x="3283896" y="3819525"/>
            <a:ext cx="50292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/>
          <p:nvPr/>
        </p:nvCxnSpPr>
        <p:spPr>
          <a:xfrm>
            <a:off x="6515101" y="3272485"/>
            <a:ext cx="18075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5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64" y="2681128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正方形/長方形 9"/>
          <p:cNvSpPr/>
          <p:nvPr/>
        </p:nvSpPr>
        <p:spPr>
          <a:xfrm>
            <a:off x="8396443" y="3352801"/>
            <a:ext cx="2790671" cy="13239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線吹き出し 1 (枠付き) 17"/>
          <p:cNvSpPr/>
          <p:nvPr/>
        </p:nvSpPr>
        <p:spPr>
          <a:xfrm>
            <a:off x="7643082" y="4875827"/>
            <a:ext cx="1378129" cy="612648"/>
          </a:xfrm>
          <a:prstGeom prst="borderCallout1">
            <a:avLst>
              <a:gd name="adj1" fmla="val 18750"/>
              <a:gd name="adj2" fmla="val 103679"/>
              <a:gd name="adj3" fmla="val -39964"/>
              <a:gd name="adj4" fmla="val 143461"/>
            </a:avLst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err="1">
                <a:solidFill>
                  <a:srgbClr val="FF0000"/>
                </a:solidFill>
              </a:rPr>
              <a:t>Targt</a:t>
            </a:r>
            <a:r>
              <a:rPr lang="en-US" altLang="ja-JP" sz="1400" b="1" dirty="0">
                <a:solidFill>
                  <a:srgbClr val="FF0000"/>
                </a:solidFill>
              </a:rPr>
              <a:t> of Mapping</a:t>
            </a:r>
            <a:endParaRPr lang="ja-JP" alt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-563666" y="2654711"/>
            <a:ext cx="368709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8553259" y="2659629"/>
            <a:ext cx="757086" cy="28513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線吹き出し 1 (枠付き) 8"/>
          <p:cNvSpPr/>
          <p:nvPr/>
        </p:nvSpPr>
        <p:spPr>
          <a:xfrm>
            <a:off x="1808363" y="1810741"/>
            <a:ext cx="1523158" cy="612648"/>
          </a:xfrm>
          <a:prstGeom prst="borderCallout1">
            <a:avLst>
              <a:gd name="adj1" fmla="val 50848"/>
              <a:gd name="adj2" fmla="val -9624"/>
              <a:gd name="adj3" fmla="val 133362"/>
              <a:gd name="adj4" fmla="val -420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accent1"/>
                </a:solidFill>
              </a:rPr>
              <a:t>Keys of </a:t>
            </a:r>
            <a:r>
              <a:rPr lang="en-US" altLang="ja-JP" sz="1400" b="1" dirty="0" err="1">
                <a:solidFill>
                  <a:schemeClr val="accent1"/>
                </a:solidFill>
              </a:rPr>
              <a:t>GroupBy</a:t>
            </a:r>
            <a:endParaRPr lang="ja-JP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1" name="直線コネクタ 10"/>
          <p:cNvCxnSpPr/>
          <p:nvPr/>
        </p:nvCxnSpPr>
        <p:spPr>
          <a:xfrm>
            <a:off x="3480619" y="2117065"/>
            <a:ext cx="5072640" cy="56479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/>
          <p:cNvSpPr/>
          <p:nvPr/>
        </p:nvSpPr>
        <p:spPr>
          <a:xfrm>
            <a:off x="8332145" y="4220223"/>
            <a:ext cx="2821630" cy="356378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8332145" y="3651185"/>
            <a:ext cx="2821630" cy="356378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cxnSp>
        <p:nvCxnSpPr>
          <p:cNvPr id="17" name="直線コネクタ 16"/>
          <p:cNvCxnSpPr/>
          <p:nvPr/>
        </p:nvCxnSpPr>
        <p:spPr>
          <a:xfrm>
            <a:off x="8332146" y="2935237"/>
            <a:ext cx="0" cy="17154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960793" y="3438525"/>
            <a:ext cx="103644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円/楕円 19"/>
          <p:cNvSpPr/>
          <p:nvPr/>
        </p:nvSpPr>
        <p:spPr>
          <a:xfrm>
            <a:off x="8426785" y="3448051"/>
            <a:ext cx="2738978" cy="20313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8415492" y="4005264"/>
            <a:ext cx="2738978" cy="203135"/>
          </a:xfrm>
          <a:prstGeom prst="ellipse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24" name="直線コネクタ 23"/>
          <p:cNvCxnSpPr/>
          <p:nvPr/>
        </p:nvCxnSpPr>
        <p:spPr>
          <a:xfrm>
            <a:off x="-268929" y="2944764"/>
            <a:ext cx="0" cy="159571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/>
          <p:cNvSpPr/>
          <p:nvPr/>
        </p:nvSpPr>
        <p:spPr>
          <a:xfrm>
            <a:off x="993063" y="3662203"/>
            <a:ext cx="2290834" cy="8782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3283896" y="3649477"/>
            <a:ext cx="5048250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3283897" y="4016315"/>
            <a:ext cx="3221678" cy="520963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6515100" y="4016749"/>
            <a:ext cx="1797996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6515100" y="4348793"/>
            <a:ext cx="1797996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3" name="直線コネクタ 32"/>
          <p:cNvCxnSpPr/>
          <p:nvPr/>
        </p:nvCxnSpPr>
        <p:spPr>
          <a:xfrm>
            <a:off x="6505575" y="2939846"/>
            <a:ext cx="0" cy="163675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>
            <a:off x="3283896" y="2939846"/>
            <a:ext cx="0" cy="155498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/>
          <p:cNvSpPr/>
          <p:nvPr/>
        </p:nvSpPr>
        <p:spPr>
          <a:xfrm>
            <a:off x="962647" y="3095626"/>
            <a:ext cx="2323479" cy="3333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3286125" y="3253990"/>
            <a:ext cx="3219450" cy="16548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8332147" y="2935238"/>
            <a:ext cx="2879474" cy="48423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9" name="直線コネクタ 38"/>
          <p:cNvCxnSpPr/>
          <p:nvPr/>
        </p:nvCxnSpPr>
        <p:spPr>
          <a:xfrm>
            <a:off x="3267076" y="3105150"/>
            <a:ext cx="506507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3283896" y="3819525"/>
            <a:ext cx="50292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>
            <a:off x="6505576" y="4191648"/>
            <a:ext cx="18075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6524626" y="3272485"/>
            <a:ext cx="18075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>
            <a:off x="8332147" y="3986213"/>
            <a:ext cx="2854966" cy="190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1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64" y="2681128"/>
            <a:ext cx="10239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正方形/長方形 13"/>
          <p:cNvSpPr/>
          <p:nvPr/>
        </p:nvSpPr>
        <p:spPr>
          <a:xfrm>
            <a:off x="8494071" y="4220223"/>
            <a:ext cx="2659704" cy="356378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正方形/長方形 14"/>
          <p:cNvSpPr/>
          <p:nvPr/>
        </p:nvSpPr>
        <p:spPr>
          <a:xfrm>
            <a:off x="8494071" y="3651185"/>
            <a:ext cx="2659704" cy="356378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7" name="直線コネクタ 16"/>
          <p:cNvCxnSpPr/>
          <p:nvPr/>
        </p:nvCxnSpPr>
        <p:spPr>
          <a:xfrm>
            <a:off x="8494071" y="2681129"/>
            <a:ext cx="0" cy="196952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960794" y="3438525"/>
            <a:ext cx="1027164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-268929" y="2681128"/>
            <a:ext cx="0" cy="18593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/>
          <p:cNvSpPr/>
          <p:nvPr/>
        </p:nvSpPr>
        <p:spPr>
          <a:xfrm>
            <a:off x="993063" y="3662203"/>
            <a:ext cx="2290834" cy="8782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3283896" y="3649477"/>
            <a:ext cx="5210174" cy="170049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3283897" y="4016315"/>
            <a:ext cx="3221678" cy="520963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6515100" y="4007564"/>
            <a:ext cx="1978971" cy="17923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6515100" y="4348792"/>
            <a:ext cx="1978970" cy="19168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3" name="直線コネクタ 32"/>
          <p:cNvCxnSpPr/>
          <p:nvPr/>
        </p:nvCxnSpPr>
        <p:spPr>
          <a:xfrm>
            <a:off x="6505575" y="2681128"/>
            <a:ext cx="0" cy="18954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>
            <a:off x="3283896" y="2681128"/>
            <a:ext cx="0" cy="181370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/>
          <p:cNvSpPr/>
          <p:nvPr/>
        </p:nvSpPr>
        <p:spPr>
          <a:xfrm>
            <a:off x="962647" y="3095626"/>
            <a:ext cx="2323479" cy="33337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3286125" y="3253990"/>
            <a:ext cx="3219450" cy="16548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39" name="直線コネクタ 38"/>
          <p:cNvCxnSpPr/>
          <p:nvPr/>
        </p:nvCxnSpPr>
        <p:spPr>
          <a:xfrm flipV="1">
            <a:off x="3267077" y="3095626"/>
            <a:ext cx="5226995" cy="95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>
            <a:endCxn id="15" idx="1"/>
          </p:cNvCxnSpPr>
          <p:nvPr/>
        </p:nvCxnSpPr>
        <p:spPr>
          <a:xfrm>
            <a:off x="3283897" y="3819526"/>
            <a:ext cx="5210175" cy="984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>
            <a:off x="6505575" y="4191648"/>
            <a:ext cx="198849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6524625" y="3272485"/>
            <a:ext cx="196944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8494071" y="2935238"/>
            <a:ext cx="2659704" cy="48423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43" name="直線コネクタ 42"/>
          <p:cNvCxnSpPr/>
          <p:nvPr/>
        </p:nvCxnSpPr>
        <p:spPr>
          <a:xfrm>
            <a:off x="8494072" y="3995738"/>
            <a:ext cx="2738366" cy="18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63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>
            <a:stCxn id="25" idx="0"/>
            <a:endCxn id="15" idx="1"/>
          </p:cNvCxnSpPr>
          <p:nvPr/>
        </p:nvCxnSpPr>
        <p:spPr>
          <a:xfrm rot="5400000" flipH="1" flipV="1">
            <a:off x="1864908" y="1465693"/>
            <a:ext cx="1483519" cy="1301770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25" idx="2"/>
            <a:endCxn id="68" idx="1"/>
          </p:cNvCxnSpPr>
          <p:nvPr/>
        </p:nvCxnSpPr>
        <p:spPr>
          <a:xfrm rot="16200000" flipH="1">
            <a:off x="1793769" y="3674542"/>
            <a:ext cx="1625797" cy="1301770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>
            <a:stCxn id="26" idx="3"/>
            <a:endCxn id="27" idx="1"/>
          </p:cNvCxnSpPr>
          <p:nvPr/>
        </p:nvCxnSpPr>
        <p:spPr>
          <a:xfrm flipV="1">
            <a:off x="5367003" y="818270"/>
            <a:ext cx="726609" cy="281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/>
          <p:cNvCxnSpPr>
            <a:stCxn id="32" idx="3"/>
            <a:endCxn id="49" idx="1"/>
          </p:cNvCxnSpPr>
          <p:nvPr/>
        </p:nvCxnSpPr>
        <p:spPr>
          <a:xfrm flipV="1">
            <a:off x="5367004" y="4597694"/>
            <a:ext cx="755182" cy="343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>
            <a:off x="1060091" y="2858337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Order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Id=1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3429950" y="446660"/>
            <a:ext cx="1937053" cy="74885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</a:t>
            </a:r>
            <a:r>
              <a:rPr lang="en-US" altLang="ja-JP" sz="1200" dirty="0">
                <a:solidFill>
                  <a:schemeClr val="bg1"/>
                </a:solidFill>
              </a:rPr>
              <a:t>uantity=1</a:t>
            </a:r>
          </a:p>
        </p:txBody>
      </p:sp>
      <p:sp>
        <p:nvSpPr>
          <p:cNvPr id="27" name="角丸四角形 26"/>
          <p:cNvSpPr/>
          <p:nvPr/>
        </p:nvSpPr>
        <p:spPr>
          <a:xfrm>
            <a:off x="6093612" y="405528"/>
            <a:ext cx="1601857" cy="82548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ame=Orange juice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8707100" y="46991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ame=Drink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3429950" y="4274032"/>
            <a:ext cx="1937054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OrderCoupon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couponCode</a:t>
            </a:r>
            <a:r>
              <a:rPr lang="en-US" altLang="ja-JP" sz="1200" dirty="0">
                <a:solidFill>
                  <a:schemeClr val="bg1"/>
                </a:solidFill>
              </a:rPr>
              <a:t>=CPN0000001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43" name="直線コネクタ 57"/>
          <p:cNvCxnSpPr>
            <a:stCxn id="27" idx="3"/>
            <a:endCxn id="73" idx="1"/>
          </p:cNvCxnSpPr>
          <p:nvPr/>
        </p:nvCxnSpPr>
        <p:spPr>
          <a:xfrm>
            <a:off x="7695468" y="818271"/>
            <a:ext cx="843884" cy="425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角丸四角形 48"/>
          <p:cNvSpPr/>
          <p:nvPr/>
        </p:nvSpPr>
        <p:spPr>
          <a:xfrm>
            <a:off x="6122187" y="4166599"/>
            <a:ext cx="1601857" cy="86219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code=CPN0000001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name=Join 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Price=3000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65" name="角丸四角形 64"/>
          <p:cNvSpPr/>
          <p:nvPr/>
        </p:nvSpPr>
        <p:spPr>
          <a:xfrm>
            <a:off x="4471314" y="2858337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OrderStatus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code=accepted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name=Order accepting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66" name="直線コネクタ 57"/>
          <p:cNvCxnSpPr>
            <a:stCxn id="25" idx="3"/>
            <a:endCxn id="65" idx="1"/>
          </p:cNvCxnSpPr>
          <p:nvPr/>
        </p:nvCxnSpPr>
        <p:spPr>
          <a:xfrm>
            <a:off x="2851472" y="3185433"/>
            <a:ext cx="161984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角丸四角形 28"/>
          <p:cNvSpPr/>
          <p:nvPr/>
        </p:nvSpPr>
        <p:spPr>
          <a:xfrm>
            <a:off x="3429950" y="5236057"/>
            <a:ext cx="1937054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OrderCoupon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couponCode</a:t>
            </a:r>
            <a:r>
              <a:rPr lang="en-US" altLang="ja-JP" sz="1200" dirty="0">
                <a:solidFill>
                  <a:schemeClr val="bg1"/>
                </a:solidFill>
              </a:rPr>
              <a:t>=</a:t>
            </a:r>
            <a:r>
              <a:rPr lang="en-US" altLang="ja-JP" sz="1200" dirty="0">
                <a:solidFill>
                  <a:schemeClr val="bg1"/>
                </a:solidFill>
              </a:rPr>
              <a:t>CPN0000001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6131711" y="5142706"/>
            <a:ext cx="1601857" cy="83899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code=CPN0000001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name=PC coupon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Price=30000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cxnSp>
        <p:nvCxnSpPr>
          <p:cNvPr id="31" name="直線コネクタ 30"/>
          <p:cNvCxnSpPr>
            <a:stCxn id="29" idx="3"/>
            <a:endCxn id="30" idx="1"/>
          </p:cNvCxnSpPr>
          <p:nvPr/>
        </p:nvCxnSpPr>
        <p:spPr>
          <a:xfrm flipV="1">
            <a:off x="5367004" y="5562203"/>
            <a:ext cx="764706" cy="95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57"/>
          <p:cNvCxnSpPr>
            <a:stCxn id="37" idx="3"/>
            <a:endCxn id="38" idx="1"/>
          </p:cNvCxnSpPr>
          <p:nvPr/>
        </p:nvCxnSpPr>
        <p:spPr>
          <a:xfrm>
            <a:off x="5367003" y="1983431"/>
            <a:ext cx="71302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3429951" y="1656335"/>
            <a:ext cx="1937053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quantity=2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6080024" y="1567471"/>
            <a:ext cx="1601857" cy="83192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</a:t>
            </a:r>
            <a:r>
              <a:rPr lang="en-US" altLang="ja-JP" sz="1200" dirty="0" err="1">
                <a:solidFill>
                  <a:schemeClr val="bg1"/>
                </a:solidFill>
              </a:rPr>
              <a:t>NotePC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Price=100000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8707101" y="18986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name=PC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1" name="角丸四角形 40"/>
          <p:cNvSpPr/>
          <p:nvPr/>
        </p:nvSpPr>
        <p:spPr>
          <a:xfrm>
            <a:off x="8707101" y="27749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code=CTG0000003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name=Hot selling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42" name="直線コネクタ 57"/>
          <p:cNvCxnSpPr>
            <a:stCxn id="38" idx="3"/>
            <a:endCxn id="67" idx="1"/>
          </p:cNvCxnSpPr>
          <p:nvPr/>
        </p:nvCxnSpPr>
        <p:spPr>
          <a:xfrm>
            <a:off x="7681880" y="1983432"/>
            <a:ext cx="857472" cy="6586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3257551" y="257175"/>
            <a:ext cx="2295524" cy="223528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7" name="正方形/長方形 66"/>
          <p:cNvSpPr/>
          <p:nvPr/>
        </p:nvSpPr>
        <p:spPr>
          <a:xfrm>
            <a:off x="8539352" y="1666875"/>
            <a:ext cx="1937350" cy="1950430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8" name="正方形/長方形 67"/>
          <p:cNvSpPr/>
          <p:nvPr/>
        </p:nvSpPr>
        <p:spPr>
          <a:xfrm>
            <a:off x="3257552" y="4085403"/>
            <a:ext cx="2364549" cy="2105847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3" name="正方形/長方形 72"/>
          <p:cNvSpPr/>
          <p:nvPr/>
        </p:nvSpPr>
        <p:spPr>
          <a:xfrm>
            <a:off x="8539353" y="330604"/>
            <a:ext cx="2023729" cy="98384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2820351" y="1010847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8168716" y="411862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8168715" y="2271328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2851472" y="4697557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796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>
            <a:stCxn id="25" idx="0"/>
            <a:endCxn id="15" idx="1"/>
          </p:cNvCxnSpPr>
          <p:nvPr/>
        </p:nvCxnSpPr>
        <p:spPr>
          <a:xfrm rot="5400000" flipH="1" flipV="1">
            <a:off x="1917176" y="1518801"/>
            <a:ext cx="1484357" cy="1196395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25" idx="2"/>
            <a:endCxn id="33" idx="1"/>
          </p:cNvCxnSpPr>
          <p:nvPr/>
        </p:nvCxnSpPr>
        <p:spPr>
          <a:xfrm rot="16200000" flipH="1">
            <a:off x="2163635" y="3410888"/>
            <a:ext cx="1022924" cy="1227883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>
            <a:stCxn id="26" idx="3"/>
            <a:endCxn id="27" idx="1"/>
          </p:cNvCxnSpPr>
          <p:nvPr/>
        </p:nvCxnSpPr>
        <p:spPr>
          <a:xfrm flipV="1">
            <a:off x="5367003" y="818270"/>
            <a:ext cx="726609" cy="281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>
            <a:off x="1165466" y="2859175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Order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Id=2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3429950" y="446660"/>
            <a:ext cx="1937053" cy="74885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</a:t>
            </a:r>
            <a:r>
              <a:rPr lang="en-US" altLang="ja-JP" sz="1200" dirty="0">
                <a:solidFill>
                  <a:schemeClr val="bg1"/>
                </a:solidFill>
              </a:rPr>
              <a:t>uantity=1</a:t>
            </a:r>
          </a:p>
        </p:txBody>
      </p:sp>
      <p:sp>
        <p:nvSpPr>
          <p:cNvPr id="27" name="角丸四角形 26"/>
          <p:cNvSpPr/>
          <p:nvPr/>
        </p:nvSpPr>
        <p:spPr>
          <a:xfrm>
            <a:off x="6093612" y="405528"/>
            <a:ext cx="1601857" cy="82548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ame=Orange juice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8707100" y="46991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ame=Drink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43" name="直線コネクタ 57"/>
          <p:cNvCxnSpPr>
            <a:stCxn id="27" idx="3"/>
            <a:endCxn id="73" idx="1"/>
          </p:cNvCxnSpPr>
          <p:nvPr/>
        </p:nvCxnSpPr>
        <p:spPr>
          <a:xfrm>
            <a:off x="7695468" y="818271"/>
            <a:ext cx="843884" cy="425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471314" y="2858337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OrderStatus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code=checking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name=Stock checking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66" name="直線コネクタ 57"/>
          <p:cNvCxnSpPr>
            <a:stCxn id="25" idx="3"/>
            <a:endCxn id="65" idx="1"/>
          </p:cNvCxnSpPr>
          <p:nvPr/>
        </p:nvCxnSpPr>
        <p:spPr>
          <a:xfrm flipV="1">
            <a:off x="2956846" y="3185433"/>
            <a:ext cx="1514468" cy="83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57"/>
          <p:cNvCxnSpPr>
            <a:stCxn id="37" idx="3"/>
            <a:endCxn id="38" idx="1"/>
          </p:cNvCxnSpPr>
          <p:nvPr/>
        </p:nvCxnSpPr>
        <p:spPr>
          <a:xfrm>
            <a:off x="5367003" y="1983431"/>
            <a:ext cx="71302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3429951" y="1656335"/>
            <a:ext cx="1937053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quantity=2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6080024" y="1567471"/>
            <a:ext cx="1601857" cy="83192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</a:t>
            </a:r>
            <a:r>
              <a:rPr lang="en-US" altLang="ja-JP" sz="1200" dirty="0" err="1">
                <a:solidFill>
                  <a:schemeClr val="bg1"/>
                </a:solidFill>
              </a:rPr>
              <a:t>NotePC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Price=100000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8707101" y="18986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name=PC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1" name="角丸四角形 40"/>
          <p:cNvSpPr/>
          <p:nvPr/>
        </p:nvSpPr>
        <p:spPr>
          <a:xfrm>
            <a:off x="8707101" y="2774965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code=CTG0000003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name=Hot selling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42" name="直線コネクタ 57"/>
          <p:cNvCxnSpPr>
            <a:stCxn id="38" idx="3"/>
            <a:endCxn id="67" idx="1"/>
          </p:cNvCxnSpPr>
          <p:nvPr/>
        </p:nvCxnSpPr>
        <p:spPr>
          <a:xfrm>
            <a:off x="7681880" y="1983432"/>
            <a:ext cx="857472" cy="6586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3257551" y="257175"/>
            <a:ext cx="2295524" cy="223528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7" name="正方形/長方形 66"/>
          <p:cNvSpPr/>
          <p:nvPr/>
        </p:nvSpPr>
        <p:spPr>
          <a:xfrm>
            <a:off x="8539352" y="1666875"/>
            <a:ext cx="1937350" cy="1950430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3" name="正方形/長方形 72"/>
          <p:cNvSpPr/>
          <p:nvPr/>
        </p:nvSpPr>
        <p:spPr>
          <a:xfrm>
            <a:off x="8539353" y="330604"/>
            <a:ext cx="2023729" cy="98384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2820351" y="1010847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8168716" y="411862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8168715" y="2271328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2875377" y="4166959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0</a:t>
            </a:r>
            <a:endParaRPr lang="ja-JP" altLang="en-US" dirty="0"/>
          </a:p>
        </p:txBody>
      </p:sp>
      <p:sp>
        <p:nvSpPr>
          <p:cNvPr id="33" name="正方形/長方形 32"/>
          <p:cNvSpPr/>
          <p:nvPr/>
        </p:nvSpPr>
        <p:spPr>
          <a:xfrm>
            <a:off x="3289040" y="4207678"/>
            <a:ext cx="2364549" cy="65722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rgbClr val="92D050"/>
                </a:solidFill>
              </a:rPr>
              <a:t>OrderCoupon</a:t>
            </a:r>
            <a:endParaRPr lang="ja-JP" altLang="en-US" dirty="0">
              <a:solidFill>
                <a:srgbClr val="92D050"/>
              </a:solidFill>
            </a:endParaRPr>
          </a:p>
        </p:txBody>
      </p:sp>
      <p:cxnSp>
        <p:nvCxnSpPr>
          <p:cNvPr id="40" name="直線コネクタ 6"/>
          <p:cNvCxnSpPr>
            <a:stCxn id="47" idx="0"/>
            <a:endCxn id="78" idx="1"/>
          </p:cNvCxnSpPr>
          <p:nvPr/>
        </p:nvCxnSpPr>
        <p:spPr>
          <a:xfrm rot="5400000" flipH="1" flipV="1">
            <a:off x="1940370" y="6563318"/>
            <a:ext cx="1483519" cy="1301770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54"/>
          <p:cNvCxnSpPr>
            <a:stCxn id="47" idx="2"/>
            <a:endCxn id="80" idx="1"/>
          </p:cNvCxnSpPr>
          <p:nvPr/>
        </p:nvCxnSpPr>
        <p:spPr>
          <a:xfrm rot="16200000" flipH="1">
            <a:off x="1869231" y="8772167"/>
            <a:ext cx="1625797" cy="1301770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57"/>
          <p:cNvCxnSpPr>
            <a:stCxn id="48" idx="3"/>
            <a:endCxn id="50" idx="1"/>
          </p:cNvCxnSpPr>
          <p:nvPr/>
        </p:nvCxnSpPr>
        <p:spPr>
          <a:xfrm flipV="1">
            <a:off x="5442465" y="5915895"/>
            <a:ext cx="726609" cy="281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52" idx="3"/>
            <a:endCxn id="54" idx="1"/>
          </p:cNvCxnSpPr>
          <p:nvPr/>
        </p:nvCxnSpPr>
        <p:spPr>
          <a:xfrm flipV="1">
            <a:off x="5442466" y="9695319"/>
            <a:ext cx="755182" cy="343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角丸四角形 46"/>
          <p:cNvSpPr/>
          <p:nvPr/>
        </p:nvSpPr>
        <p:spPr>
          <a:xfrm>
            <a:off x="1135553" y="7955962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Order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Id=1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3505412" y="5544285"/>
            <a:ext cx="1937053" cy="74885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</a:t>
            </a:r>
            <a:r>
              <a:rPr lang="en-US" altLang="ja-JP" sz="1200" dirty="0">
                <a:solidFill>
                  <a:schemeClr val="bg1"/>
                </a:solidFill>
              </a:rPr>
              <a:t>uantity=1</a:t>
            </a:r>
          </a:p>
        </p:txBody>
      </p:sp>
      <p:sp>
        <p:nvSpPr>
          <p:cNvPr id="50" name="角丸四角形 49"/>
          <p:cNvSpPr/>
          <p:nvPr/>
        </p:nvSpPr>
        <p:spPr>
          <a:xfrm>
            <a:off x="6169074" y="5503153"/>
            <a:ext cx="1601857" cy="82548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ame=Orange juice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1" name="角丸四角形 50"/>
          <p:cNvSpPr/>
          <p:nvPr/>
        </p:nvSpPr>
        <p:spPr>
          <a:xfrm>
            <a:off x="8782562" y="5567540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</a:t>
            </a:r>
            <a:r>
              <a:rPr lang="en-US" altLang="ja-JP" sz="1200" dirty="0">
                <a:solidFill>
                  <a:schemeClr val="bg1"/>
                </a:solidFill>
              </a:rPr>
              <a:t>ame=Drink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2" name="角丸四角形 51"/>
          <p:cNvSpPr/>
          <p:nvPr/>
        </p:nvSpPr>
        <p:spPr>
          <a:xfrm>
            <a:off x="3505412" y="9371657"/>
            <a:ext cx="1937054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OrderCoupon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couponCode</a:t>
            </a:r>
            <a:r>
              <a:rPr lang="en-US" altLang="ja-JP" sz="1200" dirty="0">
                <a:solidFill>
                  <a:schemeClr val="bg1"/>
                </a:solidFill>
              </a:rPr>
              <a:t>=CPN0000001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53" name="直線コネクタ 57"/>
          <p:cNvCxnSpPr>
            <a:stCxn id="50" idx="3"/>
            <a:endCxn id="81" idx="1"/>
          </p:cNvCxnSpPr>
          <p:nvPr/>
        </p:nvCxnSpPr>
        <p:spPr>
          <a:xfrm>
            <a:off x="7770930" y="5915896"/>
            <a:ext cx="843884" cy="425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角丸四角形 53"/>
          <p:cNvSpPr/>
          <p:nvPr/>
        </p:nvSpPr>
        <p:spPr>
          <a:xfrm>
            <a:off x="6197649" y="9264224"/>
            <a:ext cx="1601857" cy="86219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code=CPN0000001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name=Join 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Price=3000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56" name="角丸四角形 55"/>
          <p:cNvSpPr/>
          <p:nvPr/>
        </p:nvSpPr>
        <p:spPr>
          <a:xfrm>
            <a:off x="4546776" y="7955962"/>
            <a:ext cx="1791380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OrderStatus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code=accepted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name=Order accepting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57" name="直線コネクタ 57"/>
          <p:cNvCxnSpPr>
            <a:stCxn id="47" idx="3"/>
            <a:endCxn id="56" idx="1"/>
          </p:cNvCxnSpPr>
          <p:nvPr/>
        </p:nvCxnSpPr>
        <p:spPr>
          <a:xfrm>
            <a:off x="2926934" y="8283058"/>
            <a:ext cx="1619843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3505412" y="10333682"/>
            <a:ext cx="1937054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OrderCoupon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couponCode</a:t>
            </a:r>
            <a:r>
              <a:rPr lang="en-US" altLang="ja-JP" sz="1200" dirty="0">
                <a:solidFill>
                  <a:schemeClr val="bg1"/>
                </a:solidFill>
              </a:rPr>
              <a:t>=CPN0000002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60" name="角丸四角形 59"/>
          <p:cNvSpPr/>
          <p:nvPr/>
        </p:nvSpPr>
        <p:spPr>
          <a:xfrm>
            <a:off x="6207173" y="10240331"/>
            <a:ext cx="1601857" cy="83899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Coupon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code=CPN0000002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name=PC coupon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Price=30000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cxnSp>
        <p:nvCxnSpPr>
          <p:cNvPr id="61" name="直線コネクタ 60"/>
          <p:cNvCxnSpPr>
            <a:stCxn id="59" idx="3"/>
            <a:endCxn id="60" idx="1"/>
          </p:cNvCxnSpPr>
          <p:nvPr/>
        </p:nvCxnSpPr>
        <p:spPr>
          <a:xfrm flipV="1">
            <a:off x="5442466" y="10659828"/>
            <a:ext cx="764706" cy="95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57"/>
          <p:cNvCxnSpPr>
            <a:stCxn id="63" idx="3"/>
            <a:endCxn id="64" idx="1"/>
          </p:cNvCxnSpPr>
          <p:nvPr/>
        </p:nvCxnSpPr>
        <p:spPr>
          <a:xfrm>
            <a:off x="5442465" y="7081056"/>
            <a:ext cx="71302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角丸四角形 62"/>
          <p:cNvSpPr/>
          <p:nvPr/>
        </p:nvSpPr>
        <p:spPr>
          <a:xfrm>
            <a:off x="3505413" y="6753960"/>
            <a:ext cx="1937053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OrderItem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err="1">
                <a:solidFill>
                  <a:schemeClr val="bg1"/>
                </a:solidFill>
              </a:rPr>
              <a:t>itemCode</a:t>
            </a:r>
            <a:r>
              <a:rPr lang="en-US" altLang="ja-JP" sz="1200" dirty="0">
                <a:solidFill>
                  <a:schemeClr val="bg1"/>
                </a:solidFill>
              </a:rPr>
              <a:t>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quantity=2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64" name="角丸四角形 63"/>
          <p:cNvSpPr/>
          <p:nvPr/>
        </p:nvSpPr>
        <p:spPr>
          <a:xfrm>
            <a:off x="6155486" y="6665096"/>
            <a:ext cx="1601857" cy="83192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code=ITM0000002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</a:t>
            </a:r>
            <a:r>
              <a:rPr lang="en-US" altLang="ja-JP" sz="1200" dirty="0" err="1">
                <a:solidFill>
                  <a:schemeClr val="bg1"/>
                </a:solidFill>
              </a:rPr>
              <a:t>NotePC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Price=100000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69" name="角丸四角形 68"/>
          <p:cNvSpPr/>
          <p:nvPr/>
        </p:nvSpPr>
        <p:spPr>
          <a:xfrm>
            <a:off x="8782563" y="6996290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code=CTG0000002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name=PC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70" name="角丸四角形 69"/>
          <p:cNvSpPr/>
          <p:nvPr/>
        </p:nvSpPr>
        <p:spPr>
          <a:xfrm>
            <a:off x="8782563" y="7872590"/>
            <a:ext cx="1601857" cy="6541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err="1">
                <a:solidFill>
                  <a:schemeClr val="bg1"/>
                </a:solidFill>
              </a:rPr>
              <a:t>Caretory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code=CTG0000003</a:t>
            </a:r>
          </a:p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name=Hot selling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cxnSp>
        <p:nvCxnSpPr>
          <p:cNvPr id="72" name="直線コネクタ 57"/>
          <p:cNvCxnSpPr>
            <a:stCxn id="64" idx="3"/>
            <a:endCxn id="79" idx="1"/>
          </p:cNvCxnSpPr>
          <p:nvPr/>
        </p:nvCxnSpPr>
        <p:spPr>
          <a:xfrm>
            <a:off x="7757342" y="7081056"/>
            <a:ext cx="857472" cy="6586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正方形/長方形 77"/>
          <p:cNvSpPr/>
          <p:nvPr/>
        </p:nvSpPr>
        <p:spPr>
          <a:xfrm>
            <a:off x="3333013" y="5354800"/>
            <a:ext cx="2295524" cy="223528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9" name="正方形/長方形 78"/>
          <p:cNvSpPr/>
          <p:nvPr/>
        </p:nvSpPr>
        <p:spPr>
          <a:xfrm>
            <a:off x="8614814" y="6764500"/>
            <a:ext cx="1937350" cy="1950430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0" name="正方形/長方形 79"/>
          <p:cNvSpPr/>
          <p:nvPr/>
        </p:nvSpPr>
        <p:spPr>
          <a:xfrm>
            <a:off x="3333014" y="9183027"/>
            <a:ext cx="2364549" cy="2105847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1" name="正方形/長方形 80"/>
          <p:cNvSpPr/>
          <p:nvPr/>
        </p:nvSpPr>
        <p:spPr>
          <a:xfrm>
            <a:off x="8614815" y="5428229"/>
            <a:ext cx="2023729" cy="983846"/>
          </a:xfrm>
          <a:prstGeom prst="rect">
            <a:avLst/>
          </a:prstGeom>
          <a:noFill/>
          <a:ln w="254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2895813" y="6108472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8244178" y="5509487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8244177" y="7368953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2926934" y="9795182"/>
            <a:ext cx="60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653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rgbClr val="92D050"/>
          </a:solidFill>
          <a:prstDash val="dash"/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16298</TotalTime>
  <Words>484</Words>
  <Application>Microsoft Office PowerPoint</Application>
  <PresentationFormat>ワイド画面</PresentationFormat>
  <Paragraphs>283</Paragraphs>
  <Slides>16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ＭＳ Ｐゴシック</vt:lpstr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SENSEI, YOU</cp:lastModifiedBy>
  <cp:revision>2</cp:revision>
  <dcterms:created xsi:type="dcterms:W3CDTF">2012-07-17T19:23:13Z</dcterms:created>
  <dcterms:modified xsi:type="dcterms:W3CDTF">2022-05-24T00:38:10Z</dcterms:modified>
</cp:coreProperties>
</file>