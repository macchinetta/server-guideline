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59ED460B-0A37-491B-8FAD-B9D4D6D40571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C777"/>
    <a:srgbClr val="99BA56"/>
    <a:srgbClr val="7A973F"/>
    <a:srgbClr val="B9D08C"/>
    <a:srgbClr val="91B44A"/>
    <a:srgbClr val="A3C167"/>
    <a:srgbClr val="AEC87A"/>
    <a:srgbClr val="A7C4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スタイルなし/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テーマ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2" autoAdjust="0"/>
    <p:restoredTop sz="94547" autoAdjust="0"/>
  </p:normalViewPr>
  <p:slideViewPr>
    <p:cSldViewPr snapToGrid="0" snapToObjects="1">
      <p:cViewPr varScale="1">
        <p:scale>
          <a:sx n="92" d="100"/>
          <a:sy n="92" d="100"/>
        </p:scale>
        <p:origin x="869" y="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BlankProjectApplicationContext.png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1306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角丸四角形 17"/>
          <p:cNvSpPr/>
          <p:nvPr/>
        </p:nvSpPr>
        <p:spPr>
          <a:xfrm>
            <a:off x="275279" y="1054101"/>
            <a:ext cx="3205802" cy="1949697"/>
          </a:xfrm>
          <a:prstGeom prst="roundRect">
            <a:avLst/>
          </a:prstGeom>
          <a:gradFill>
            <a:gsLst>
              <a:gs pos="40000">
                <a:srgbClr val="99BA56"/>
              </a:gs>
              <a:gs pos="0">
                <a:srgbClr val="7A973F"/>
              </a:gs>
              <a:gs pos="100000">
                <a:srgbClr val="ACC777"/>
              </a:gs>
            </a:gsLst>
            <a:lin ang="16200000" scaled="1"/>
          </a:gra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 err="1">
                <a:solidFill>
                  <a:schemeClr val="bg1"/>
                </a:solidFill>
              </a:rPr>
              <a:t>ApplicationContext</a:t>
            </a:r>
            <a:endParaRPr lang="en-US" altLang="ja-JP" sz="2400" dirty="0">
              <a:solidFill>
                <a:schemeClr val="bg1"/>
              </a:solidFill>
            </a:endParaRPr>
          </a:p>
          <a:p>
            <a:pPr algn="ctr"/>
            <a:r>
              <a:rPr lang="en-US" altLang="ja-JP" sz="2400" dirty="0">
                <a:solidFill>
                  <a:schemeClr val="bg1"/>
                </a:solidFill>
              </a:rPr>
              <a:t>For</a:t>
            </a:r>
          </a:p>
          <a:p>
            <a:pPr algn="ctr"/>
            <a:r>
              <a:rPr lang="en-US" altLang="ja-JP" sz="2400" dirty="0">
                <a:solidFill>
                  <a:schemeClr val="bg1"/>
                </a:solidFill>
              </a:rPr>
              <a:t>Web Application</a:t>
            </a:r>
          </a:p>
          <a:p>
            <a:pPr algn="ctr"/>
            <a:r>
              <a:rPr lang="en-US" altLang="ja-JP" sz="2400" dirty="0">
                <a:solidFill>
                  <a:schemeClr val="bg1"/>
                </a:solidFill>
              </a:rPr>
              <a:t>(Parent Context)</a:t>
            </a:r>
            <a:endParaRPr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287979" y="4560064"/>
            <a:ext cx="3205802" cy="1701037"/>
          </a:xfrm>
          <a:prstGeom prst="roundRect">
            <a:avLst/>
          </a:prstGeom>
          <a:gradFill>
            <a:gsLst>
              <a:gs pos="40000">
                <a:srgbClr val="99BA56"/>
              </a:gs>
              <a:gs pos="0">
                <a:srgbClr val="7A973F"/>
              </a:gs>
              <a:gs pos="100000">
                <a:srgbClr val="ACC777"/>
              </a:gs>
            </a:gsLst>
            <a:lin ang="16200000" scaled="1"/>
          </a:gra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 err="1">
                <a:solidFill>
                  <a:schemeClr val="bg1"/>
                </a:solidFill>
              </a:rPr>
              <a:t>ApplicationContext</a:t>
            </a:r>
            <a:endParaRPr lang="en-US" altLang="ja-JP" sz="2400" dirty="0">
              <a:solidFill>
                <a:schemeClr val="bg1"/>
              </a:solidFill>
            </a:endParaRPr>
          </a:p>
          <a:p>
            <a:pPr algn="ctr"/>
            <a:r>
              <a:rPr lang="en-US" altLang="ja-JP" sz="2400" dirty="0">
                <a:solidFill>
                  <a:schemeClr val="bg1"/>
                </a:solidFill>
              </a:rPr>
              <a:t>per</a:t>
            </a:r>
          </a:p>
          <a:p>
            <a:pPr algn="ctr"/>
            <a:r>
              <a:rPr lang="en-US" altLang="ja-JP" sz="2400" dirty="0" err="1">
                <a:solidFill>
                  <a:schemeClr val="bg1"/>
                </a:solidFill>
              </a:rPr>
              <a:t>DispatcherServlet</a:t>
            </a:r>
            <a:endParaRPr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2" name="フローチャート: 書類 1"/>
          <p:cNvSpPr/>
          <p:nvPr/>
        </p:nvSpPr>
        <p:spPr>
          <a:xfrm>
            <a:off x="4192245" y="597406"/>
            <a:ext cx="1316855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context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フローチャート: 書類 21"/>
          <p:cNvSpPr/>
          <p:nvPr/>
        </p:nvSpPr>
        <p:spPr>
          <a:xfrm>
            <a:off x="5352876" y="1228736"/>
            <a:ext cx="1303160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domain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フローチャート: 書類 22"/>
          <p:cNvSpPr/>
          <p:nvPr/>
        </p:nvSpPr>
        <p:spPr>
          <a:xfrm>
            <a:off x="6504185" y="1857883"/>
            <a:ext cx="1290164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infra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フローチャート: 書類 23"/>
          <p:cNvSpPr/>
          <p:nvPr/>
        </p:nvSpPr>
        <p:spPr>
          <a:xfrm>
            <a:off x="7712893" y="2434580"/>
            <a:ext cx="1290164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env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フローチャート: 書類 24"/>
          <p:cNvSpPr/>
          <p:nvPr/>
        </p:nvSpPr>
        <p:spPr>
          <a:xfrm>
            <a:off x="4196761" y="2547379"/>
            <a:ext cx="1316855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spring security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フローチャート: 書類 25"/>
          <p:cNvSpPr/>
          <p:nvPr/>
        </p:nvSpPr>
        <p:spPr>
          <a:xfrm>
            <a:off x="4192245" y="4905883"/>
            <a:ext cx="1316855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spring </a:t>
            </a:r>
            <a:r>
              <a:rPr lang="en-US" altLang="ja-JP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mvc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" name="カギ線コネクタ 4"/>
          <p:cNvCxnSpPr>
            <a:stCxn id="18" idx="3"/>
            <a:endCxn id="2" idx="1"/>
          </p:cNvCxnSpPr>
          <p:nvPr/>
        </p:nvCxnSpPr>
        <p:spPr>
          <a:xfrm flipV="1">
            <a:off x="3481081" y="1105406"/>
            <a:ext cx="711162" cy="92354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カギ線コネクタ 30"/>
          <p:cNvCxnSpPr>
            <a:stCxn id="22" idx="2"/>
            <a:endCxn id="23" idx="1"/>
          </p:cNvCxnSpPr>
          <p:nvPr/>
        </p:nvCxnSpPr>
        <p:spPr>
          <a:xfrm rot="16200000" flipH="1">
            <a:off x="6160162" y="2021862"/>
            <a:ext cx="188316" cy="49972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カギ線コネクタ 34"/>
          <p:cNvCxnSpPr>
            <a:stCxn id="23" idx="2"/>
            <a:endCxn id="24" idx="1"/>
          </p:cNvCxnSpPr>
          <p:nvPr/>
        </p:nvCxnSpPr>
        <p:spPr>
          <a:xfrm rot="16200000" flipH="1">
            <a:off x="7363147" y="2592834"/>
            <a:ext cx="135866" cy="563626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4608357" y="1793589"/>
            <a:ext cx="751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import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6004457" y="3003796"/>
            <a:ext cx="751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import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6988491" y="2959856"/>
            <a:ext cx="751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import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sp>
        <p:nvSpPr>
          <p:cNvPr id="41" name="フローチャート: 書類 40"/>
          <p:cNvSpPr/>
          <p:nvPr/>
        </p:nvSpPr>
        <p:spPr>
          <a:xfrm>
            <a:off x="6504185" y="3493263"/>
            <a:ext cx="1290164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codelist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5" name="カギ線コネクタ 54"/>
          <p:cNvCxnSpPr>
            <a:stCxn id="22" idx="2"/>
            <a:endCxn id="41" idx="1"/>
          </p:cNvCxnSpPr>
          <p:nvPr/>
        </p:nvCxnSpPr>
        <p:spPr>
          <a:xfrm rot="16200000" flipH="1">
            <a:off x="5342472" y="2839552"/>
            <a:ext cx="1823696" cy="49972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/>
          <p:cNvCxnSpPr>
            <a:stCxn id="21" idx="0"/>
            <a:endCxn id="18" idx="2"/>
          </p:cNvCxnSpPr>
          <p:nvPr/>
        </p:nvCxnSpPr>
        <p:spPr>
          <a:xfrm flipH="1" flipV="1">
            <a:off x="1878180" y="3003796"/>
            <a:ext cx="12700" cy="155626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カギ線コネクタ 72"/>
          <p:cNvCxnSpPr>
            <a:stCxn id="2" idx="2"/>
            <a:endCxn id="22" idx="1"/>
          </p:cNvCxnSpPr>
          <p:nvPr/>
        </p:nvCxnSpPr>
        <p:spPr>
          <a:xfrm rot="16200000" flipH="1">
            <a:off x="5006526" y="1390385"/>
            <a:ext cx="190499" cy="502205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カギ線コネクタ 75"/>
          <p:cNvCxnSpPr>
            <a:stCxn id="18" idx="3"/>
            <a:endCxn id="25" idx="1"/>
          </p:cNvCxnSpPr>
          <p:nvPr/>
        </p:nvCxnSpPr>
        <p:spPr>
          <a:xfrm>
            <a:off x="3481081" y="2028950"/>
            <a:ext cx="715678" cy="102643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/>
          <p:cNvSpPr txBox="1"/>
          <p:nvPr/>
        </p:nvSpPr>
        <p:spPr>
          <a:xfrm>
            <a:off x="3467482" y="708222"/>
            <a:ext cx="54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load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sp>
        <p:nvSpPr>
          <p:cNvPr id="85" name="テキスト ボックス 84"/>
          <p:cNvSpPr txBox="1"/>
          <p:nvPr/>
        </p:nvSpPr>
        <p:spPr>
          <a:xfrm>
            <a:off x="3451355" y="3140459"/>
            <a:ext cx="54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load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cxnSp>
        <p:nvCxnSpPr>
          <p:cNvPr id="86" name="カギ線コネクタ 85"/>
          <p:cNvCxnSpPr>
            <a:stCxn id="21" idx="3"/>
            <a:endCxn id="26" idx="1"/>
          </p:cNvCxnSpPr>
          <p:nvPr/>
        </p:nvCxnSpPr>
        <p:spPr>
          <a:xfrm>
            <a:off x="3493781" y="5410581"/>
            <a:ext cx="698462" cy="330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テキスト ボックス 88"/>
          <p:cNvSpPr txBox="1"/>
          <p:nvPr/>
        </p:nvSpPr>
        <p:spPr>
          <a:xfrm>
            <a:off x="3551674" y="5043239"/>
            <a:ext cx="54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load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sp>
        <p:nvSpPr>
          <p:cNvPr id="90" name="テキスト ボックス 89"/>
          <p:cNvSpPr txBox="1"/>
          <p:nvPr/>
        </p:nvSpPr>
        <p:spPr>
          <a:xfrm>
            <a:off x="1903582" y="3794653"/>
            <a:ext cx="340499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If not found dependency component, </a:t>
            </a:r>
          </a:p>
          <a:p>
            <a:r>
              <a:rPr lang="en-US" altLang="ja-JP" sz="1600" dirty="0">
                <a:solidFill>
                  <a:srgbClr val="595959"/>
                </a:solidFill>
              </a:rPr>
              <a:t>fetch component from </a:t>
            </a:r>
            <a:r>
              <a:rPr lang="en-US" altLang="ja-JP" sz="1600">
                <a:solidFill>
                  <a:srgbClr val="595959"/>
                </a:solidFill>
              </a:rPr>
              <a:t>parent context.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sp>
        <p:nvSpPr>
          <p:cNvPr id="91" name="テキスト ボックス 90"/>
          <p:cNvSpPr txBox="1"/>
          <p:nvPr/>
        </p:nvSpPr>
        <p:spPr>
          <a:xfrm>
            <a:off x="114680" y="593778"/>
            <a:ext cx="6415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solidFill>
                  <a:srgbClr val="595959"/>
                </a:solidFill>
              </a:rPr>
              <a:t>(1)</a:t>
            </a:r>
            <a:endParaRPr lang="ja-JP" altLang="en-US" sz="3200" dirty="0">
              <a:solidFill>
                <a:srgbClr val="595959"/>
              </a:solidFill>
            </a:endParaRPr>
          </a:p>
        </p:txBody>
      </p:sp>
      <p:sp>
        <p:nvSpPr>
          <p:cNvPr id="92" name="テキスト ボックス 91"/>
          <p:cNvSpPr txBox="1"/>
          <p:nvPr/>
        </p:nvSpPr>
        <p:spPr>
          <a:xfrm>
            <a:off x="121582" y="4036241"/>
            <a:ext cx="6415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solidFill>
                  <a:srgbClr val="595959"/>
                </a:solidFill>
              </a:rPr>
              <a:t>(2)</a:t>
            </a:r>
            <a:endParaRPr lang="ja-JP" altLang="en-US" sz="32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128093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kumimoji="1" sz="2400" dirty="0" smtClean="0">
            <a:solidFill>
              <a:schemeClr val="bg1"/>
            </a:solidFill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19990</TotalTime>
  <Words>49</Words>
  <Application>Microsoft Office PowerPoint</Application>
  <PresentationFormat>画面に合わせる (4:3)</PresentationFormat>
  <Paragraphs>26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ホワイト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TIG 川原 秀之/Kawahara, Hideyuki (NTT DATA)</cp:lastModifiedBy>
  <cp:revision>3</cp:revision>
  <dcterms:created xsi:type="dcterms:W3CDTF">2012-07-17T19:23:13Z</dcterms:created>
  <dcterms:modified xsi:type="dcterms:W3CDTF">2025-09-10T07:45:11Z</dcterms:modified>
</cp:coreProperties>
</file>